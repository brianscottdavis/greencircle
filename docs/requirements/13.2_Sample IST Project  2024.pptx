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Lexend"/>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86D005-5666-499A-8BB1-90F13F6949E7}">
  <a:tblStyle styleId="{8B86D005-5666-499A-8BB1-90F13F6949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exend-regular.fntdata"/><Relationship Id="rId47" Type="http://schemas.openxmlformats.org/officeDocument/2006/relationships/slide" Target="slides/slide42.xml"/><Relationship Id="rId49" Type="http://schemas.openxmlformats.org/officeDocument/2006/relationships/font" Target="fonts/Lexen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8e33c948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68e33c948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8e33c948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8e33c948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68e33c948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68e33c948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b8298b65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b8298b65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b8298b65e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b8298b65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bf71dd50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bf71dd50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bf71dd50e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bf71dd50e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68e33c948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68e33c948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c56b9437b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c56b9437b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68e33c948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68e33c948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687294b0b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687294b0b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8ec54e346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8ec54e346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8ec54e3467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8ec54e3467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b7a76b0b5c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b7a76b0b5c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b7a76b0b5c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b7a76b0b5c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b7a76b0b5c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b7a76b0b5c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baf78960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baf78960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6870b0b7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6870b0b7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6870b0b7f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6870b0b7f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b8298b65ee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b8298b65ee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b8a28f3f0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b8a28f3f0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b8ee60ab1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b8ee60ab1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b86364ee77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b86364ee77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2b8298b65ee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2b8298b65ee_2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b8843acb8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b8843acb8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2b8298b65ee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2b8298b65ee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b8298b65ee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2b8298b65ee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c56b9437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c56b9437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bc07b84d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2bc07b84d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bc07b84d0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2bc07b84d0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2bc07b84d0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2bc07b84d0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bdfb2f222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2bdfb2f222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26a86c6a3b2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26a86c6a3b2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bdf824771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bdf824771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bdf824771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bdf824771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bfa55935d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bfa55935d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2bdf824771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2bdf824771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c07eca8b2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2c07eca8b2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26a86c6a3b2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26a86c6a3b2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2bdf824771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2bdf824771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2c07eca8b2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2c07eca8b2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2b7a76b0b5c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2b7a76b0b5c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mailto:hospital@funsies.co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hyperlink" Target="https://docs.google.com/spreadsheets/d/1mTRaSCwspZ6BhBsy4qMf2pvGHTc_hcW_pMckocOrEwM/edit?usp=sharing" TargetMode="External"/><Relationship Id="rId4" Type="http://schemas.openxmlformats.org/officeDocument/2006/relationships/hyperlink" Target="https://xd.adobe.com/view/161a246e-b4c2-40ca-a48d-bc04501b7d35-434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latin typeface="Fredoka One"/>
                <a:ea typeface="Fredoka One"/>
                <a:cs typeface="Fredoka One"/>
                <a:sym typeface="Fredoka One"/>
              </a:rPr>
              <a:t>Horizons Project Design</a:t>
            </a:r>
            <a:endParaRPr>
              <a:latin typeface="Fredoka One"/>
              <a:ea typeface="Fredoka One"/>
              <a:cs typeface="Fredoka One"/>
              <a:sym typeface="Fredoka One"/>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GB" sz="2280">
                <a:latin typeface="Fredoka One"/>
                <a:ea typeface="Fredoka One"/>
                <a:cs typeface="Fredoka One"/>
                <a:sym typeface="Fredoka One"/>
              </a:rPr>
              <a:t>By Ziggy Ward, Maya Fransi, Evan Gao, and Maddie Wenmohs</a:t>
            </a:r>
            <a:endParaRPr sz="2280">
              <a:latin typeface="Fredoka One"/>
              <a:ea typeface="Fredoka One"/>
              <a:cs typeface="Fredoka One"/>
              <a:sym typeface="Fredoka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Fredoka One"/>
                <a:ea typeface="Fredoka One"/>
                <a:cs typeface="Fredoka One"/>
                <a:sym typeface="Fredoka One"/>
              </a:rPr>
              <a:t>Target Audience</a:t>
            </a:r>
            <a:endParaRPr>
              <a:latin typeface="Fredoka One"/>
              <a:ea typeface="Fredoka One"/>
              <a:cs typeface="Fredoka One"/>
              <a:sym typeface="Fredoka One"/>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latin typeface="Fredoka One"/>
                <a:ea typeface="Fredoka One"/>
                <a:cs typeface="Fredoka One"/>
                <a:sym typeface="Fredoka One"/>
              </a:rPr>
              <a:t>The target audience for the Horizons project is that of elderly individuals present in aged care facilities/retirement homes. We will tune our app to such individuals, factoring in elements of their lifestyles, abilities, limitations, and general capacities.</a:t>
            </a:r>
            <a:endParaRPr>
              <a:latin typeface="Fredoka One"/>
              <a:ea typeface="Fredoka One"/>
              <a:cs typeface="Fredoka One"/>
              <a:sym typeface="Fredoka One"/>
            </a:endParaRPr>
          </a:p>
        </p:txBody>
      </p:sp>
      <p:sp>
        <p:nvSpPr>
          <p:cNvPr id="62" name="Google Shape;62;p14"/>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Slide</a:t>
            </a:r>
            <a:r>
              <a:rPr lang="en-GB" sz="500">
                <a:solidFill>
                  <a:schemeClr val="dk2"/>
                </a:solidFill>
              </a:rPr>
              <a:t> Creator: Ziggy Ward </a:t>
            </a:r>
            <a:endParaRPr sz="5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237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latin typeface="Fredoka One"/>
                <a:ea typeface="Fredoka One"/>
                <a:cs typeface="Fredoka One"/>
                <a:sym typeface="Fredoka One"/>
              </a:rPr>
              <a:t>How can we create a refined experience for elderly users of our app?</a:t>
            </a:r>
            <a:endParaRPr>
              <a:latin typeface="Fredoka One"/>
              <a:ea typeface="Fredoka One"/>
              <a:cs typeface="Fredoka One"/>
              <a:sym typeface="Fredoka One"/>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latin typeface="Fredoka One"/>
                <a:ea typeface="Fredoka One"/>
                <a:cs typeface="Fredoka One"/>
                <a:sym typeface="Fredoka One"/>
              </a:rPr>
              <a:t>Our app must fit the needs of elderly individuals situated in aged care facilities across the area of the Eastern Suburbs. It must accommodate for mobility issues and disabilities, memory conditions, and eyesight conditions, and must traverse language barriers to allow individuals from an extended amount of nationalities to utilise the app.  In addition to this, the app design must complement the layout of the care facility, and must initiate functions related to such layout. The app design must further adapt to social and technological restrictions, and must ensure that both elderly individuals and facility staff utilising the app are able to enjoy a streamlined and leisure-tuned experience.</a:t>
            </a:r>
            <a:endParaRPr>
              <a:latin typeface="Fredoka One"/>
              <a:ea typeface="Fredoka One"/>
              <a:cs typeface="Fredoka One"/>
              <a:sym typeface="Fredoka One"/>
            </a:endParaRPr>
          </a:p>
        </p:txBody>
      </p:sp>
      <p:sp>
        <p:nvSpPr>
          <p:cNvPr id="69" name="Google Shape;69;p15"/>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Slide Creator: Ziggy Ward </a:t>
            </a:r>
            <a:endParaRPr sz="5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GB" sz="2100">
                <a:latin typeface="Lexend"/>
                <a:ea typeface="Lexend"/>
                <a:cs typeface="Lexend"/>
                <a:sym typeface="Lexend"/>
              </a:rPr>
              <a:t>The Challenges for Elderly</a:t>
            </a:r>
            <a:r>
              <a:rPr lang="en-GB" sz="1800">
                <a:latin typeface="Lexend"/>
                <a:ea typeface="Lexend"/>
                <a:cs typeface="Lexend"/>
                <a:sym typeface="Lexend"/>
              </a:rPr>
              <a:t> </a:t>
            </a:r>
            <a:endParaRPr sz="1800">
              <a:latin typeface="Lexend"/>
              <a:ea typeface="Lexend"/>
              <a:cs typeface="Lexend"/>
              <a:sym typeface="Lexend"/>
            </a:endParaRPr>
          </a:p>
        </p:txBody>
      </p:sp>
      <p:sp>
        <p:nvSpPr>
          <p:cNvPr id="75" name="Google Shape;75;p16"/>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lnSpcReduction="20000"/>
          </a:bodyPr>
          <a:lstStyle/>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Mobility issues and disabilities -</a:t>
            </a:r>
            <a:r>
              <a:rPr lang="en-GB">
                <a:solidFill>
                  <a:schemeClr val="dk1"/>
                </a:solidFill>
                <a:latin typeface="Lexend"/>
                <a:ea typeface="Lexend"/>
                <a:cs typeface="Lexend"/>
                <a:sym typeface="Lexend"/>
              </a:rPr>
              <a:t> Elderly individuals may not be able to type a lot of information into their device like emails or may be bedridden and unable to access their device</a:t>
            </a:r>
            <a:endParaRPr>
              <a:solidFill>
                <a:schemeClr val="dk1"/>
              </a:solidFill>
              <a:latin typeface="Lexend"/>
              <a:ea typeface="Lexend"/>
              <a:cs typeface="Lexend"/>
              <a:sym typeface="Lexend"/>
            </a:endParaRPr>
          </a:p>
          <a:p>
            <a:pPr indent="0" lvl="0" marL="457200" rtl="0" algn="l">
              <a:spcBef>
                <a:spcPts val="0"/>
              </a:spcBef>
              <a:spcAft>
                <a:spcPts val="0"/>
              </a:spcAft>
              <a:buNone/>
            </a:pPr>
            <a:r>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Memory conditions - </a:t>
            </a:r>
            <a:r>
              <a:rPr lang="en-GB">
                <a:solidFill>
                  <a:schemeClr val="dk1"/>
                </a:solidFill>
                <a:latin typeface="Lexend"/>
                <a:ea typeface="Lexend"/>
                <a:cs typeface="Lexend"/>
                <a:sym typeface="Lexend"/>
              </a:rPr>
              <a:t>Many Elderly individuals suffer from memory loss and may not be able to remember important information like their name, </a:t>
            </a:r>
            <a:r>
              <a:rPr lang="en-GB">
                <a:solidFill>
                  <a:schemeClr val="dk1"/>
                </a:solidFill>
                <a:latin typeface="Lexend"/>
                <a:ea typeface="Lexend"/>
                <a:cs typeface="Lexend"/>
                <a:sym typeface="Lexend"/>
              </a:rPr>
              <a:t>password or their schedule and activities they have planned.</a:t>
            </a:r>
            <a:endParaRPr>
              <a:solidFill>
                <a:schemeClr val="dk1"/>
              </a:solidFill>
              <a:latin typeface="Lexend"/>
              <a:ea typeface="Lexend"/>
              <a:cs typeface="Lexend"/>
              <a:sym typeface="Lexend"/>
            </a:endParaRPr>
          </a:p>
          <a:p>
            <a:pPr indent="0" lvl="0" marL="457200" rtl="0" algn="l">
              <a:spcBef>
                <a:spcPts val="0"/>
              </a:spcBef>
              <a:spcAft>
                <a:spcPts val="0"/>
              </a:spcAft>
              <a:buNone/>
            </a:pPr>
            <a:r>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Eyesight conditions - </a:t>
            </a:r>
            <a:r>
              <a:rPr lang="en-GB">
                <a:solidFill>
                  <a:schemeClr val="dk1"/>
                </a:solidFill>
                <a:latin typeface="Lexend"/>
                <a:ea typeface="Lexend"/>
                <a:cs typeface="Lexend"/>
                <a:sym typeface="Lexend"/>
              </a:rPr>
              <a:t>Elderly people struggling with eyesight conditions may not be able to read the information of the app and may find it hard to navigate their way through the app and use it properly which will </a:t>
            </a:r>
            <a:r>
              <a:rPr lang="en-GB">
                <a:solidFill>
                  <a:schemeClr val="dk1"/>
                </a:solidFill>
                <a:latin typeface="Lexend"/>
                <a:ea typeface="Lexend"/>
                <a:cs typeface="Lexend"/>
                <a:sym typeface="Lexend"/>
              </a:rPr>
              <a:t>largely</a:t>
            </a:r>
            <a:r>
              <a:rPr lang="en-GB">
                <a:solidFill>
                  <a:schemeClr val="dk1"/>
                </a:solidFill>
                <a:latin typeface="Lexend"/>
                <a:ea typeface="Lexend"/>
                <a:cs typeface="Lexend"/>
                <a:sym typeface="Lexend"/>
              </a:rPr>
              <a:t> </a:t>
            </a:r>
            <a:r>
              <a:rPr lang="en-GB">
                <a:solidFill>
                  <a:schemeClr val="dk1"/>
                </a:solidFill>
                <a:latin typeface="Lexend"/>
                <a:ea typeface="Lexend"/>
                <a:cs typeface="Lexend"/>
                <a:sym typeface="Lexend"/>
              </a:rPr>
              <a:t>inconvenience</a:t>
            </a:r>
            <a:r>
              <a:rPr lang="en-GB">
                <a:solidFill>
                  <a:schemeClr val="dk1"/>
                </a:solidFill>
                <a:latin typeface="Lexend"/>
                <a:ea typeface="Lexend"/>
                <a:cs typeface="Lexend"/>
                <a:sym typeface="Lexend"/>
              </a:rPr>
              <a:t> them. </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body"/>
          </p:nvPr>
        </p:nvSpPr>
        <p:spPr>
          <a:xfrm>
            <a:off x="311700" y="1918475"/>
            <a:ext cx="8520600" cy="18675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Technological and social considerations -</a:t>
            </a:r>
            <a:r>
              <a:rPr lang="en-GB">
                <a:solidFill>
                  <a:schemeClr val="dk1"/>
                </a:solidFill>
                <a:latin typeface="Lexend"/>
                <a:ea typeface="Lexend"/>
                <a:cs typeface="Lexend"/>
                <a:sym typeface="Lexend"/>
              </a:rPr>
              <a:t> As elderly people are not familiar with modern technologies, they may find it difficult to navigate their way through the app and use it properly with ease.</a:t>
            </a:r>
            <a:endParaRPr>
              <a:solidFill>
                <a:schemeClr val="dk1"/>
              </a:solidFill>
              <a:latin typeface="Lexend"/>
              <a:ea typeface="Lexend"/>
              <a:cs typeface="Lexend"/>
              <a:sym typeface="Lexend"/>
            </a:endParaRPr>
          </a:p>
          <a:p>
            <a:pPr indent="0" lvl="0" marL="457200" rtl="0" algn="l">
              <a:spcBef>
                <a:spcPts val="0"/>
              </a:spcBef>
              <a:spcAft>
                <a:spcPts val="0"/>
              </a:spcAft>
              <a:buNone/>
            </a:pPr>
            <a:r>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Ability to have a leisurely experience - </a:t>
            </a:r>
            <a:r>
              <a:rPr lang="en-GB">
                <a:solidFill>
                  <a:schemeClr val="dk1"/>
                </a:solidFill>
                <a:latin typeface="Lexend"/>
                <a:ea typeface="Lexend"/>
                <a:cs typeface="Lexend"/>
                <a:sym typeface="Lexend"/>
              </a:rPr>
              <a:t> Elderly people want to enjoy       themselves without restriction but due to their age it’s harder for them to to stereotypical activities e.g. going out to eat and exercising.</a:t>
            </a:r>
            <a:endParaRPr>
              <a:solidFill>
                <a:schemeClr val="dk1"/>
              </a:solidFill>
              <a:latin typeface="Lexend"/>
              <a:ea typeface="Lexend"/>
              <a:cs typeface="Lexend"/>
              <a:sym typeface="Lexend"/>
            </a:endParaRPr>
          </a:p>
          <a:p>
            <a:pPr indent="0" lvl="0" marL="457200" rtl="0" algn="l">
              <a:spcBef>
                <a:spcPts val="0"/>
              </a:spcBef>
              <a:spcAft>
                <a:spcPts val="0"/>
              </a:spcAft>
              <a:buNone/>
            </a:pPr>
            <a:r>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Language - </a:t>
            </a:r>
            <a:r>
              <a:rPr lang="en-GB">
                <a:solidFill>
                  <a:schemeClr val="dk1"/>
                </a:solidFill>
                <a:latin typeface="Lexend"/>
                <a:ea typeface="Lexend"/>
                <a:cs typeface="Lexend"/>
                <a:sym typeface="Lexend"/>
              </a:rPr>
              <a:t>There are many elderly people in the eastern suburbs who’s first or preferred language isn’t English, therefore creating language barriers. We aim to solve this by implementing the option to choose a different language.</a:t>
            </a:r>
            <a:endParaRPr>
              <a:solidFill>
                <a:schemeClr val="dk1"/>
              </a:solidFill>
              <a:latin typeface="Lexend"/>
              <a:ea typeface="Lexend"/>
              <a:cs typeface="Lexend"/>
              <a:sym typeface="Lexend"/>
            </a:endParaRPr>
          </a:p>
          <a:p>
            <a:pPr indent="0" lvl="0" marL="457200" rtl="0" algn="l">
              <a:spcBef>
                <a:spcPts val="0"/>
              </a:spcBef>
              <a:spcAft>
                <a:spcPts val="0"/>
              </a:spcAft>
              <a:buNone/>
            </a:pPr>
            <a:r>
              <a:t/>
            </a:r>
            <a:endParaRPr>
              <a:solidFill>
                <a:schemeClr val="dk1"/>
              </a:solidFill>
              <a:latin typeface="Lexend"/>
              <a:ea typeface="Lexend"/>
              <a:cs typeface="Lexend"/>
              <a:sym typeface="Lexend"/>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215325"/>
            <a:ext cx="8520600" cy="5727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GB" sz="2200">
                <a:latin typeface="Lexend"/>
                <a:ea typeface="Lexend"/>
                <a:cs typeface="Lexend"/>
                <a:sym typeface="Lexend"/>
              </a:rPr>
              <a:t>Solutions</a:t>
            </a:r>
            <a:r>
              <a:rPr lang="en-GB" sz="2200">
                <a:latin typeface="Lexend"/>
                <a:ea typeface="Lexend"/>
                <a:cs typeface="Lexend"/>
                <a:sym typeface="Lexend"/>
              </a:rPr>
              <a:t> to these Challenges</a:t>
            </a:r>
            <a:endParaRPr sz="2200">
              <a:latin typeface="Lexend"/>
              <a:ea typeface="Lexend"/>
              <a:cs typeface="Lexend"/>
              <a:sym typeface="Lexend"/>
            </a:endParaRPr>
          </a:p>
        </p:txBody>
      </p:sp>
      <p:sp>
        <p:nvSpPr>
          <p:cNvPr id="86" name="Google Shape;86;p18"/>
          <p:cNvSpPr txBox="1"/>
          <p:nvPr>
            <p:ph idx="1" type="body"/>
          </p:nvPr>
        </p:nvSpPr>
        <p:spPr>
          <a:xfrm>
            <a:off x="311700" y="898175"/>
            <a:ext cx="8520600" cy="3416400"/>
          </a:xfrm>
          <a:prstGeom prst="rect">
            <a:avLst/>
          </a:prstGeom>
        </p:spPr>
        <p:txBody>
          <a:bodyPr anchorCtr="0" anchor="ctr"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Mobility issues and disabilities -</a:t>
            </a:r>
            <a:r>
              <a:rPr lang="en-GB">
                <a:solidFill>
                  <a:schemeClr val="dk1"/>
                </a:solidFill>
                <a:latin typeface="Lexend"/>
                <a:ea typeface="Lexend"/>
                <a:cs typeface="Lexend"/>
                <a:sym typeface="Lexend"/>
              </a:rPr>
              <a:t> App should be able to be controlled by voice commands to limit the amount typing. Buttons should be integrated to reduce the need for typing information into the app.</a:t>
            </a:r>
            <a:endParaRPr>
              <a:solidFill>
                <a:schemeClr val="dk1"/>
              </a:solidFill>
              <a:latin typeface="Lexend"/>
              <a:ea typeface="Lexend"/>
              <a:cs typeface="Lexend"/>
              <a:sym typeface="Lexend"/>
            </a:endParaRPr>
          </a:p>
          <a:p>
            <a:pPr indent="0" lvl="0" marL="0" rtl="0" algn="l">
              <a:spcBef>
                <a:spcPts val="0"/>
              </a:spcBef>
              <a:spcAft>
                <a:spcPts val="0"/>
              </a:spcAft>
              <a:buNone/>
            </a:pPr>
            <a:r>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Memory conditions -</a:t>
            </a:r>
            <a:r>
              <a:rPr lang="en-GB">
                <a:solidFill>
                  <a:schemeClr val="dk1"/>
                </a:solidFill>
                <a:latin typeface="Lexend"/>
                <a:ea typeface="Lexend"/>
                <a:cs typeface="Lexend"/>
                <a:sym typeface="Lexend"/>
              </a:rPr>
              <a:t> Integrate constant reminders into the app and add touch and face ID. Have emergency contacts to assist them in setting up the app or signing in. </a:t>
            </a:r>
            <a:endParaRPr>
              <a:solidFill>
                <a:schemeClr val="dk1"/>
              </a:solidFill>
              <a:latin typeface="Lexend"/>
              <a:ea typeface="Lexend"/>
              <a:cs typeface="Lexend"/>
              <a:sym typeface="Lexend"/>
            </a:endParaRPr>
          </a:p>
          <a:p>
            <a:pPr indent="0" lvl="0" marL="457200" rtl="0" algn="l">
              <a:spcBef>
                <a:spcPts val="0"/>
              </a:spcBef>
              <a:spcAft>
                <a:spcPts val="0"/>
              </a:spcAft>
              <a:buNone/>
            </a:pPr>
            <a:r>
              <a:t/>
            </a:r>
            <a:endParaRPr>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b="1" lang="en-GB">
                <a:solidFill>
                  <a:schemeClr val="dk1"/>
                </a:solidFill>
                <a:latin typeface="Lexend"/>
                <a:ea typeface="Lexend"/>
                <a:cs typeface="Lexend"/>
                <a:sym typeface="Lexend"/>
              </a:rPr>
              <a:t>Eyesight Conditions - </a:t>
            </a:r>
            <a:r>
              <a:rPr lang="en-GB">
                <a:solidFill>
                  <a:schemeClr val="dk1"/>
                </a:solidFill>
                <a:latin typeface="Lexend"/>
                <a:ea typeface="Lexend"/>
                <a:cs typeface="Lexend"/>
                <a:sym typeface="Lexend"/>
              </a:rPr>
              <a:t>Colour code the app and let elderly have the option to choose the size and font of the text. Users can adjust brightness and saturation of app. Read-to-me function.</a:t>
            </a:r>
            <a:endParaRPr>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713300"/>
            <a:ext cx="8520600" cy="3358800"/>
          </a:xfrm>
          <a:prstGeom prst="rect">
            <a:avLst/>
          </a:prstGeom>
        </p:spPr>
        <p:txBody>
          <a:bodyPr anchorCtr="0" anchor="ctr" bIns="91425" lIns="91425" spcFirstLastPara="1" rIns="91425" wrap="square" tIns="91425">
            <a:normAutofit fontScale="92500" lnSpcReduction="10000"/>
          </a:bodyPr>
          <a:lstStyle/>
          <a:p>
            <a:pPr indent="-334327" lvl="0" marL="457200" rtl="0" algn="l">
              <a:lnSpc>
                <a:spcPct val="105000"/>
              </a:lnSpc>
              <a:spcBef>
                <a:spcPts val="0"/>
              </a:spcBef>
              <a:spcAft>
                <a:spcPts val="0"/>
              </a:spcAft>
              <a:buClr>
                <a:schemeClr val="dk1"/>
              </a:buClr>
              <a:buSzPct val="98360"/>
              <a:buFont typeface="Lexend"/>
              <a:buChar char="●"/>
            </a:pPr>
            <a:r>
              <a:rPr b="1" lang="en-GB" sz="1829">
                <a:solidFill>
                  <a:schemeClr val="dk1"/>
                </a:solidFill>
                <a:latin typeface="Lexend"/>
                <a:ea typeface="Lexend"/>
                <a:cs typeface="Lexend"/>
                <a:sym typeface="Lexend"/>
              </a:rPr>
              <a:t>Technological and Social Considerations</a:t>
            </a:r>
            <a:r>
              <a:rPr lang="en-GB" sz="1829"/>
              <a:t> - </a:t>
            </a:r>
            <a:r>
              <a:rPr lang="en-GB" sz="1829">
                <a:solidFill>
                  <a:schemeClr val="dk1"/>
                </a:solidFill>
                <a:latin typeface="Lexend"/>
                <a:ea typeface="Lexend"/>
                <a:cs typeface="Lexend"/>
                <a:sym typeface="Lexend"/>
              </a:rPr>
              <a:t>Have a simple and clear app design to make it easy to use. Have distinct sections of the app e.g. Dashboard. Limit amount of steps required for each function. Automate as many functions as possible.</a:t>
            </a:r>
            <a:endParaRPr sz="1829">
              <a:solidFill>
                <a:schemeClr val="dk1"/>
              </a:solidFill>
              <a:latin typeface="Lexend"/>
              <a:ea typeface="Lexend"/>
              <a:cs typeface="Lexend"/>
              <a:sym typeface="Lexend"/>
            </a:endParaRPr>
          </a:p>
          <a:p>
            <a:pPr indent="0" lvl="0" marL="0" rtl="0" algn="l">
              <a:spcBef>
                <a:spcPts val="1200"/>
              </a:spcBef>
              <a:spcAft>
                <a:spcPts val="0"/>
              </a:spcAft>
              <a:buNone/>
            </a:pPr>
            <a:r>
              <a:t/>
            </a:r>
            <a:endParaRPr>
              <a:solidFill>
                <a:schemeClr val="dk1"/>
              </a:solidFill>
              <a:latin typeface="Lexend"/>
              <a:ea typeface="Lexend"/>
              <a:cs typeface="Lexend"/>
              <a:sym typeface="Lexend"/>
            </a:endParaRPr>
          </a:p>
          <a:p>
            <a:pPr indent="-334327" lvl="0" marL="457200" rtl="0" algn="l">
              <a:lnSpc>
                <a:spcPct val="105000"/>
              </a:lnSpc>
              <a:spcBef>
                <a:spcPts val="0"/>
              </a:spcBef>
              <a:spcAft>
                <a:spcPts val="0"/>
              </a:spcAft>
              <a:buClr>
                <a:schemeClr val="dk1"/>
              </a:buClr>
              <a:buSzPct val="98360"/>
              <a:buFont typeface="Lexend"/>
              <a:buChar char="●"/>
            </a:pPr>
            <a:r>
              <a:rPr b="1" lang="en-GB" sz="1829">
                <a:solidFill>
                  <a:schemeClr val="dk1"/>
                </a:solidFill>
                <a:latin typeface="Lexend"/>
                <a:ea typeface="Lexend"/>
                <a:cs typeface="Lexend"/>
                <a:sym typeface="Lexend"/>
              </a:rPr>
              <a:t>Ability to have a leisurely experience - </a:t>
            </a:r>
            <a:r>
              <a:rPr lang="en-GB" sz="1829">
                <a:solidFill>
                  <a:schemeClr val="dk1"/>
                </a:solidFill>
                <a:latin typeface="Lexend"/>
                <a:ea typeface="Lexend"/>
                <a:cs typeface="Lexend"/>
                <a:sym typeface="Lexend"/>
              </a:rPr>
              <a:t>there should be a ‘friends’ section of the app. Elderly people should be able to book activities in and out of the aged care home. </a:t>
            </a:r>
            <a:endParaRPr sz="1829">
              <a:solidFill>
                <a:schemeClr val="dk1"/>
              </a:solidFill>
              <a:latin typeface="Lexend"/>
              <a:ea typeface="Lexend"/>
              <a:cs typeface="Lexend"/>
              <a:sym typeface="Lexend"/>
            </a:endParaRPr>
          </a:p>
          <a:p>
            <a:pPr indent="0" lvl="0" marL="457200" rtl="0" algn="l">
              <a:lnSpc>
                <a:spcPct val="105000"/>
              </a:lnSpc>
              <a:spcBef>
                <a:spcPts val="1200"/>
              </a:spcBef>
              <a:spcAft>
                <a:spcPts val="0"/>
              </a:spcAft>
              <a:buNone/>
            </a:pPr>
            <a:r>
              <a:t/>
            </a:r>
            <a:endParaRPr sz="1829">
              <a:solidFill>
                <a:schemeClr val="dk1"/>
              </a:solidFill>
              <a:latin typeface="Lexend"/>
              <a:ea typeface="Lexend"/>
              <a:cs typeface="Lexend"/>
              <a:sym typeface="Lexend"/>
            </a:endParaRPr>
          </a:p>
          <a:p>
            <a:pPr indent="-336089" lvl="0" marL="457200" rtl="0" algn="l">
              <a:lnSpc>
                <a:spcPct val="105000"/>
              </a:lnSpc>
              <a:spcBef>
                <a:spcPts val="1200"/>
              </a:spcBef>
              <a:spcAft>
                <a:spcPts val="0"/>
              </a:spcAft>
              <a:buClr>
                <a:schemeClr val="dk1"/>
              </a:buClr>
              <a:buSzPct val="100000"/>
              <a:buFont typeface="Lexend"/>
              <a:buChar char="●"/>
            </a:pPr>
            <a:r>
              <a:rPr b="1" lang="en-GB" sz="1829">
                <a:solidFill>
                  <a:schemeClr val="dk1"/>
                </a:solidFill>
                <a:latin typeface="Lexend"/>
                <a:ea typeface="Lexend"/>
                <a:cs typeface="Lexend"/>
                <a:sym typeface="Lexend"/>
              </a:rPr>
              <a:t>Language - </a:t>
            </a:r>
            <a:r>
              <a:rPr lang="en-GB" sz="1829">
                <a:solidFill>
                  <a:schemeClr val="dk1"/>
                </a:solidFill>
                <a:latin typeface="Lexend"/>
                <a:ea typeface="Lexend"/>
                <a:cs typeface="Lexend"/>
                <a:sym typeface="Lexend"/>
              </a:rPr>
              <a:t>There will be multiple language option in settings for people who do not speak english and there will be a translate option for text.</a:t>
            </a:r>
            <a:endParaRPr b="1">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latin typeface="Fredoka One"/>
                <a:ea typeface="Fredoka One"/>
                <a:cs typeface="Fredoka One"/>
                <a:sym typeface="Fredoka One"/>
              </a:rPr>
              <a:t>Slides </a:t>
            </a:r>
            <a:r>
              <a:rPr lang="en-GB">
                <a:latin typeface="Fredoka One"/>
                <a:ea typeface="Fredoka One"/>
                <a:cs typeface="Fredoka One"/>
                <a:sym typeface="Fredoka One"/>
              </a:rPr>
              <a:t>Wireframes Start:</a:t>
            </a:r>
            <a:endParaRPr>
              <a:latin typeface="Fredoka One"/>
              <a:ea typeface="Fredoka One"/>
              <a:cs typeface="Fredoka One"/>
              <a:sym typeface="Fredoka On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latin typeface="Fredoka One"/>
                <a:ea typeface="Fredoka One"/>
                <a:cs typeface="Fredoka One"/>
                <a:sym typeface="Fredoka One"/>
              </a:rPr>
              <a:t>Resident</a:t>
            </a:r>
            <a:r>
              <a:rPr lang="en-GB">
                <a:latin typeface="Fredoka One"/>
                <a:ea typeface="Fredoka One"/>
                <a:cs typeface="Fredoka One"/>
                <a:sym typeface="Fredoka One"/>
              </a:rPr>
              <a:t> Pages:</a:t>
            </a:r>
            <a:endParaRPr>
              <a:latin typeface="Fredoka One"/>
              <a:ea typeface="Fredoka One"/>
              <a:cs typeface="Fredoka One"/>
              <a:sym typeface="Fredoka On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sp>
        <p:nvSpPr>
          <p:cNvPr id="106" name="Google Shape;106;p22"/>
          <p:cNvSpPr/>
          <p:nvPr/>
        </p:nvSpPr>
        <p:spPr>
          <a:xfrm rot="10800000">
            <a:off x="3526000" y="991913"/>
            <a:ext cx="464400" cy="450000"/>
          </a:xfrm>
          <a:prstGeom prst="ellipse">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22"/>
          <p:cNvSpPr/>
          <p:nvPr/>
        </p:nvSpPr>
        <p:spPr>
          <a:xfrm rot="10800000">
            <a:off x="2901500" y="434688"/>
            <a:ext cx="464400" cy="450000"/>
          </a:xfrm>
          <a:prstGeom prst="ellipse">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22"/>
          <p:cNvSpPr/>
          <p:nvPr/>
        </p:nvSpPr>
        <p:spPr>
          <a:xfrm rot="10800000">
            <a:off x="3614750" y="2167075"/>
            <a:ext cx="464400" cy="450000"/>
          </a:xfrm>
          <a:prstGeom prst="ellipse">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22"/>
          <p:cNvSpPr/>
          <p:nvPr/>
        </p:nvSpPr>
        <p:spPr>
          <a:xfrm rot="10800000">
            <a:off x="2990250" y="1609850"/>
            <a:ext cx="464400" cy="450000"/>
          </a:xfrm>
          <a:prstGeom prst="ellipse">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2"/>
          <p:cNvSpPr/>
          <p:nvPr/>
        </p:nvSpPr>
        <p:spPr>
          <a:xfrm rot="10800000">
            <a:off x="2414550" y="2167075"/>
            <a:ext cx="464400" cy="450000"/>
          </a:xfrm>
          <a:prstGeom prst="ellipse">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2"/>
          <p:cNvSpPr/>
          <p:nvPr/>
        </p:nvSpPr>
        <p:spPr>
          <a:xfrm>
            <a:off x="2414550" y="434700"/>
            <a:ext cx="4314900" cy="4274100"/>
          </a:xfrm>
          <a:prstGeom prst="roundRect">
            <a:avLst>
              <a:gd fmla="val 16667" name="adj"/>
            </a:avLst>
          </a:prstGeom>
          <a:gradFill>
            <a:gsLst>
              <a:gs pos="0">
                <a:srgbClr val="FFFFFF"/>
              </a:gs>
              <a:gs pos="100000">
                <a:srgbClr val="D9D9D9"/>
              </a:gs>
            </a:gsLst>
            <a:path path="circle">
              <a:fillToRect b="50%" l="50%" r="50%" t="50%"/>
            </a:path>
            <a:tileRect/>
          </a:gra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2"/>
          <p:cNvSpPr/>
          <p:nvPr/>
        </p:nvSpPr>
        <p:spPr>
          <a:xfrm>
            <a:off x="2965075" y="730025"/>
            <a:ext cx="3145500" cy="1287300"/>
          </a:xfrm>
          <a:prstGeom prst="roundRect">
            <a:avLst>
              <a:gd fmla="val 16667" name="adj"/>
            </a:avLst>
          </a:prstGeom>
          <a:gradFill>
            <a:gsLst>
              <a:gs pos="0">
                <a:srgbClr val="7A7A7A"/>
              </a:gs>
              <a:gs pos="100000">
                <a:srgbClr val="393939"/>
              </a:gs>
            </a:gsLst>
            <a:lin ang="5400012" scaled="0"/>
          </a:gra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2"/>
          <p:cNvSpPr txBox="1"/>
          <p:nvPr/>
        </p:nvSpPr>
        <p:spPr>
          <a:xfrm>
            <a:off x="3033450" y="806225"/>
            <a:ext cx="3077100" cy="98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6200">
                <a:solidFill>
                  <a:schemeClr val="lt1"/>
                </a:solidFill>
                <a:latin typeface="Fredoka One"/>
                <a:ea typeface="Fredoka One"/>
                <a:cs typeface="Fredoka One"/>
                <a:sym typeface="Fredoka One"/>
              </a:rPr>
              <a:t>Sign Up</a:t>
            </a:r>
            <a:endParaRPr sz="6200">
              <a:solidFill>
                <a:schemeClr val="lt1"/>
              </a:solidFill>
              <a:latin typeface="Fredoka One"/>
              <a:ea typeface="Fredoka One"/>
              <a:cs typeface="Fredoka One"/>
              <a:sym typeface="Fredoka One"/>
            </a:endParaRPr>
          </a:p>
        </p:txBody>
      </p:sp>
      <p:sp>
        <p:nvSpPr>
          <p:cNvPr id="114" name="Google Shape;114;p22"/>
          <p:cNvSpPr/>
          <p:nvPr/>
        </p:nvSpPr>
        <p:spPr>
          <a:xfrm>
            <a:off x="2999250" y="2780200"/>
            <a:ext cx="3145500" cy="1329000"/>
          </a:xfrm>
          <a:prstGeom prst="roundRect">
            <a:avLst>
              <a:gd fmla="val 16667" name="adj"/>
            </a:avLst>
          </a:prstGeom>
          <a:gradFill>
            <a:gsLst>
              <a:gs pos="0">
                <a:srgbClr val="7A7A7A"/>
              </a:gs>
              <a:gs pos="100000">
                <a:srgbClr val="393939"/>
              </a:gs>
            </a:gsLst>
            <a:lin ang="5400012" scaled="0"/>
          </a:gra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22"/>
          <p:cNvSpPr txBox="1"/>
          <p:nvPr/>
        </p:nvSpPr>
        <p:spPr>
          <a:xfrm>
            <a:off x="3237000" y="2876350"/>
            <a:ext cx="2670000" cy="98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6200">
                <a:solidFill>
                  <a:schemeClr val="lt1"/>
                </a:solidFill>
                <a:latin typeface="Fredoka One"/>
                <a:ea typeface="Fredoka One"/>
                <a:cs typeface="Fredoka One"/>
                <a:sym typeface="Fredoka One"/>
              </a:rPr>
              <a:t>Log In</a:t>
            </a:r>
            <a:endParaRPr sz="6200">
              <a:solidFill>
                <a:schemeClr val="lt1"/>
              </a:solidFill>
              <a:latin typeface="Fredoka One"/>
              <a:ea typeface="Fredoka One"/>
              <a:cs typeface="Fredoka One"/>
              <a:sym typeface="Fredoka One"/>
            </a:endParaRPr>
          </a:p>
          <a:p>
            <a:pPr indent="0" lvl="0" marL="0" rtl="0" algn="l">
              <a:spcBef>
                <a:spcPts val="0"/>
              </a:spcBef>
              <a:spcAft>
                <a:spcPts val="0"/>
              </a:spcAft>
              <a:buNone/>
            </a:pPr>
            <a:r>
              <a:t/>
            </a:r>
            <a:endParaRPr sz="6200">
              <a:solidFill>
                <a:schemeClr val="lt1"/>
              </a:solidFill>
              <a:latin typeface="Fredoka One"/>
              <a:ea typeface="Fredoka One"/>
              <a:cs typeface="Fredoka One"/>
              <a:sym typeface="Fredoka One"/>
            </a:endParaRPr>
          </a:p>
        </p:txBody>
      </p:sp>
      <p:sp>
        <p:nvSpPr>
          <p:cNvPr id="116" name="Google Shape;116;p22"/>
          <p:cNvSpPr txBox="1"/>
          <p:nvPr/>
        </p:nvSpPr>
        <p:spPr>
          <a:xfrm>
            <a:off x="4100575" y="2135063"/>
            <a:ext cx="874500" cy="52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2"/>
                </a:solidFill>
                <a:latin typeface="Lexend"/>
                <a:ea typeface="Lexend"/>
                <a:cs typeface="Lexend"/>
                <a:sym typeface="Lexend"/>
              </a:rPr>
              <a:t>OR</a:t>
            </a:r>
            <a:endParaRPr sz="2200">
              <a:solidFill>
                <a:schemeClr val="dk2"/>
              </a:solidFill>
              <a:latin typeface="Lexend"/>
              <a:ea typeface="Lexend"/>
              <a:cs typeface="Lexend"/>
              <a:sym typeface="Lexend"/>
            </a:endParaRPr>
          </a:p>
        </p:txBody>
      </p:sp>
      <p:sp>
        <p:nvSpPr>
          <p:cNvPr id="117" name="Google Shape;117;p22"/>
          <p:cNvSpPr txBox="1"/>
          <p:nvPr/>
        </p:nvSpPr>
        <p:spPr>
          <a:xfrm>
            <a:off x="3181950" y="4226925"/>
            <a:ext cx="2928600" cy="2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Lexend"/>
                <a:ea typeface="Lexend"/>
                <a:cs typeface="Lexend"/>
                <a:sym typeface="Lexend"/>
              </a:rPr>
              <a:t>HORIZON RETIREMENT</a:t>
            </a:r>
            <a:endParaRPr sz="1800">
              <a:solidFill>
                <a:schemeClr val="dk2"/>
              </a:solidFill>
              <a:latin typeface="Lexend"/>
              <a:ea typeface="Lexend"/>
              <a:cs typeface="Lexend"/>
              <a:sym typeface="Lexend"/>
            </a:endParaRPr>
          </a:p>
        </p:txBody>
      </p:sp>
      <p:sp>
        <p:nvSpPr>
          <p:cNvPr id="118" name="Google Shape;118;p22"/>
          <p:cNvSpPr txBox="1"/>
          <p:nvPr/>
        </p:nvSpPr>
        <p:spPr>
          <a:xfrm>
            <a:off x="0" y="-9828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Starting Page</a:t>
            </a:r>
            <a:endParaRPr sz="3300">
              <a:solidFill>
                <a:schemeClr val="dk2"/>
              </a:solidFill>
              <a:latin typeface="Fredoka One"/>
              <a:ea typeface="Fredoka One"/>
              <a:cs typeface="Fredoka One"/>
              <a:sym typeface="Fredoka One"/>
            </a:endParaRPr>
          </a:p>
        </p:txBody>
      </p:sp>
      <p:sp>
        <p:nvSpPr>
          <p:cNvPr id="119" name="Google Shape;119;p22"/>
          <p:cNvSpPr txBox="1"/>
          <p:nvPr/>
        </p:nvSpPr>
        <p:spPr>
          <a:xfrm>
            <a:off x="75170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lt1"/>
                </a:solidFill>
              </a:rPr>
              <a:t>Design Creator: Ziggy Ward and Maddie Wenmohs</a:t>
            </a:r>
            <a:endParaRPr sz="500">
              <a:solidFill>
                <a:schemeClr val="lt1"/>
              </a:solidFill>
            </a:endParaRPr>
          </a:p>
          <a:p>
            <a:pPr indent="0" lvl="0" marL="0" rtl="0" algn="l">
              <a:spcBef>
                <a:spcPts val="0"/>
              </a:spcBef>
              <a:spcAft>
                <a:spcPts val="0"/>
              </a:spcAft>
              <a:buNone/>
            </a:pPr>
            <a:r>
              <a:t/>
            </a:r>
            <a:endParaRPr sz="500">
              <a:solidFill>
                <a:schemeClr val="lt1"/>
              </a:solidFill>
            </a:endParaRPr>
          </a:p>
          <a:p>
            <a:pPr indent="0" lvl="0" marL="0" rtl="0" algn="l">
              <a:spcBef>
                <a:spcPts val="0"/>
              </a:spcBef>
              <a:spcAft>
                <a:spcPts val="0"/>
              </a:spcAft>
              <a:buNone/>
            </a:pPr>
            <a:r>
              <a:t/>
            </a:r>
            <a:endParaRPr sz="5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25" name="Google Shape;125;p23"/>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26" name="Google Shape;126;p23"/>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27" name="Google Shape;127;p23"/>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28" name="Google Shape;128;p23"/>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29" name="Google Shape;129;p23"/>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130" name="Google Shape;130;p23"/>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31" name="Google Shape;131;p23"/>
          <p:cNvSpPr/>
          <p:nvPr/>
        </p:nvSpPr>
        <p:spPr>
          <a:xfrm>
            <a:off x="279225" y="5300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32" name="Google Shape;132;p23"/>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Home</a:t>
            </a:r>
            <a:endParaRPr sz="1800">
              <a:solidFill>
                <a:schemeClr val="dk1"/>
              </a:solidFill>
              <a:latin typeface="Fredoka One"/>
              <a:ea typeface="Fredoka One"/>
              <a:cs typeface="Fredoka One"/>
              <a:sym typeface="Fredoka One"/>
            </a:endParaRPr>
          </a:p>
        </p:txBody>
      </p:sp>
      <p:sp>
        <p:nvSpPr>
          <p:cNvPr id="133" name="Google Shape;133;p23"/>
          <p:cNvSpPr/>
          <p:nvPr/>
        </p:nvSpPr>
        <p:spPr>
          <a:xfrm>
            <a:off x="2698813" y="209938"/>
            <a:ext cx="2829600" cy="2726700"/>
          </a:xfrm>
          <a:prstGeom prst="ellipse">
            <a:avLst/>
          </a:prstGeom>
          <a:solidFill>
            <a:schemeClr val="lt2"/>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PROFILE PIC</a:t>
            </a:r>
            <a:endParaRPr/>
          </a:p>
        </p:txBody>
      </p:sp>
      <p:sp>
        <p:nvSpPr>
          <p:cNvPr id="134" name="Google Shape;134;p23"/>
          <p:cNvSpPr/>
          <p:nvPr/>
        </p:nvSpPr>
        <p:spPr>
          <a:xfrm>
            <a:off x="5767900" y="165625"/>
            <a:ext cx="3095700" cy="2726700"/>
          </a:xfrm>
          <a:prstGeom prst="roundRect">
            <a:avLst>
              <a:gd fmla="val 3965"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NAME:</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AGE:</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POINTS:</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ROOM:</a:t>
            </a:r>
            <a:endParaRPr sz="1800">
              <a:latin typeface="Fredoka One"/>
              <a:ea typeface="Fredoka One"/>
              <a:cs typeface="Fredoka One"/>
              <a:sym typeface="Fredoka One"/>
            </a:endParaRPr>
          </a:p>
        </p:txBody>
      </p:sp>
      <p:sp>
        <p:nvSpPr>
          <p:cNvPr id="135" name="Google Shape;135;p23"/>
          <p:cNvSpPr txBox="1"/>
          <p:nvPr/>
        </p:nvSpPr>
        <p:spPr>
          <a:xfrm>
            <a:off x="79742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136" name="Google Shape;136;p23"/>
          <p:cNvSpPr/>
          <p:nvPr/>
        </p:nvSpPr>
        <p:spPr>
          <a:xfrm>
            <a:off x="5846751" y="790394"/>
            <a:ext cx="29379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GENDER</a:t>
            </a:r>
            <a:r>
              <a:rPr lang="en-GB" sz="1800">
                <a:latin typeface="Fredoka One"/>
                <a:ea typeface="Fredoka One"/>
                <a:cs typeface="Fredoka One"/>
                <a:sym typeface="Fredoka One"/>
              </a:rPr>
              <a:t>:</a:t>
            </a:r>
            <a:endParaRPr sz="1800">
              <a:latin typeface="Fredoka One"/>
              <a:ea typeface="Fredoka One"/>
              <a:cs typeface="Fredoka One"/>
              <a:sym typeface="Fredoka One"/>
            </a:endParaRPr>
          </a:p>
        </p:txBody>
      </p:sp>
      <p:sp>
        <p:nvSpPr>
          <p:cNvPr id="137" name="Google Shape;137;p23"/>
          <p:cNvSpPr/>
          <p:nvPr/>
        </p:nvSpPr>
        <p:spPr>
          <a:xfrm>
            <a:off x="5835453" y="1324278"/>
            <a:ext cx="29379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AGE:</a:t>
            </a:r>
            <a:endParaRPr sz="1800">
              <a:latin typeface="Fredoka One"/>
              <a:ea typeface="Fredoka One"/>
              <a:cs typeface="Fredoka One"/>
              <a:sym typeface="Fredoka One"/>
            </a:endParaRPr>
          </a:p>
        </p:txBody>
      </p:sp>
      <p:sp>
        <p:nvSpPr>
          <p:cNvPr id="138" name="Google Shape;138;p23"/>
          <p:cNvSpPr/>
          <p:nvPr/>
        </p:nvSpPr>
        <p:spPr>
          <a:xfrm>
            <a:off x="5835453" y="256510"/>
            <a:ext cx="29379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NAME:</a:t>
            </a:r>
            <a:endParaRPr sz="1800">
              <a:latin typeface="Fredoka One"/>
              <a:ea typeface="Fredoka One"/>
              <a:cs typeface="Fredoka One"/>
              <a:sym typeface="Fredoka One"/>
            </a:endParaRPr>
          </a:p>
        </p:txBody>
      </p:sp>
      <p:sp>
        <p:nvSpPr>
          <p:cNvPr id="139" name="Google Shape;139;p23"/>
          <p:cNvSpPr/>
          <p:nvPr/>
        </p:nvSpPr>
        <p:spPr>
          <a:xfrm>
            <a:off x="5835451" y="1836983"/>
            <a:ext cx="29379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EMAIL</a:t>
            </a:r>
            <a:r>
              <a:rPr lang="en-GB" sz="1800">
                <a:latin typeface="Fredoka One"/>
                <a:ea typeface="Fredoka One"/>
                <a:cs typeface="Fredoka One"/>
                <a:sym typeface="Fredoka One"/>
              </a:rPr>
              <a:t>:</a:t>
            </a:r>
            <a:endParaRPr sz="1800">
              <a:latin typeface="Fredoka One"/>
              <a:ea typeface="Fredoka One"/>
              <a:cs typeface="Fredoka One"/>
              <a:sym typeface="Fredoka One"/>
            </a:endParaRPr>
          </a:p>
        </p:txBody>
      </p:sp>
      <p:sp>
        <p:nvSpPr>
          <p:cNvPr id="140" name="Google Shape;140;p23"/>
          <p:cNvSpPr/>
          <p:nvPr/>
        </p:nvSpPr>
        <p:spPr>
          <a:xfrm>
            <a:off x="2620525" y="2999575"/>
            <a:ext cx="6243000" cy="1919100"/>
          </a:xfrm>
          <a:prstGeom prst="rect">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3"/>
          <p:cNvSpPr/>
          <p:nvPr/>
        </p:nvSpPr>
        <p:spPr>
          <a:xfrm>
            <a:off x="2775926" y="3146575"/>
            <a:ext cx="2592600" cy="1625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Today’s Activities</a:t>
            </a:r>
            <a:r>
              <a:rPr lang="en-GB" sz="1800">
                <a:latin typeface="Fredoka One"/>
                <a:ea typeface="Fredoka One"/>
                <a:cs typeface="Fredoka One"/>
                <a:sym typeface="Fredoka One"/>
              </a:rPr>
              <a:t>:</a:t>
            </a:r>
            <a:endParaRPr sz="1800">
              <a:latin typeface="Fredoka One"/>
              <a:ea typeface="Fredoka One"/>
              <a:cs typeface="Fredoka One"/>
              <a:sym typeface="Fredoka One"/>
            </a:endParaRPr>
          </a:p>
        </p:txBody>
      </p:sp>
      <p:sp>
        <p:nvSpPr>
          <p:cNvPr id="142" name="Google Shape;142;p23"/>
          <p:cNvSpPr txBox="1"/>
          <p:nvPr/>
        </p:nvSpPr>
        <p:spPr>
          <a:xfrm>
            <a:off x="8509825" y="4442900"/>
            <a:ext cx="91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43" name="Google Shape;143;p23"/>
          <p:cNvSpPr/>
          <p:nvPr/>
        </p:nvSpPr>
        <p:spPr>
          <a:xfrm>
            <a:off x="5846800" y="3146575"/>
            <a:ext cx="2829600" cy="16251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Personal Overview:</a:t>
            </a:r>
            <a:endParaRPr sz="1800">
              <a:latin typeface="Fredoka One"/>
              <a:ea typeface="Fredoka One"/>
              <a:cs typeface="Fredoka One"/>
              <a:sym typeface="Fredoka One"/>
            </a:endParaRPr>
          </a:p>
          <a:p>
            <a:pPr indent="-342900" lvl="0" marL="457200" rtl="0" algn="l">
              <a:spcBef>
                <a:spcPts val="0"/>
              </a:spcBef>
              <a:spcAft>
                <a:spcPts val="0"/>
              </a:spcAft>
              <a:buSzPts val="1800"/>
              <a:buFont typeface="Fredoka One"/>
              <a:buChar char="-"/>
            </a:pPr>
            <a:r>
              <a:rPr lang="en-GB" sz="1800">
                <a:latin typeface="Fredoka One"/>
                <a:ea typeface="Fredoka One"/>
                <a:cs typeface="Fredoka One"/>
                <a:sym typeface="Fredoka One"/>
              </a:rPr>
              <a:t>Osteoarthritis causes pain in knee</a:t>
            </a:r>
            <a:endParaRPr sz="1800">
              <a:latin typeface="Fredoka One"/>
              <a:ea typeface="Fredoka One"/>
              <a:cs typeface="Fredoka One"/>
              <a:sym typeface="Fredoka One"/>
            </a:endParaRPr>
          </a:p>
          <a:p>
            <a:pPr indent="-342900" lvl="0" marL="457200" rtl="0" algn="l">
              <a:spcBef>
                <a:spcPts val="0"/>
              </a:spcBef>
              <a:spcAft>
                <a:spcPts val="0"/>
              </a:spcAft>
              <a:buSzPts val="1800"/>
              <a:buFont typeface="Fredoka One"/>
              <a:buChar char="-"/>
            </a:pPr>
            <a:r>
              <a:rPr lang="en-GB" sz="1800">
                <a:latin typeface="Fredoka One"/>
                <a:ea typeface="Fredoka One"/>
                <a:cs typeface="Fredoka One"/>
                <a:sym typeface="Fredoka One"/>
              </a:rPr>
              <a:t>Mild dementia</a:t>
            </a:r>
            <a:endParaRPr sz="1800">
              <a:latin typeface="Fredoka One"/>
              <a:ea typeface="Fredoka One"/>
              <a:cs typeface="Fredoka One"/>
              <a:sym typeface="Fredoka One"/>
            </a:endParaRPr>
          </a:p>
        </p:txBody>
      </p:sp>
      <p:sp>
        <p:nvSpPr>
          <p:cNvPr id="144" name="Google Shape;144;p23"/>
          <p:cNvSpPr/>
          <p:nvPr/>
        </p:nvSpPr>
        <p:spPr>
          <a:xfrm>
            <a:off x="5846801" y="2349695"/>
            <a:ext cx="29379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ROOM NUMBER:</a:t>
            </a:r>
            <a:endParaRPr sz="1800">
              <a:latin typeface="Fredoka One"/>
              <a:ea typeface="Fredoka One"/>
              <a:cs typeface="Fredoka One"/>
              <a:sym typeface="Fredoka One"/>
            </a:endParaRPr>
          </a:p>
        </p:txBody>
      </p:sp>
      <p:sp>
        <p:nvSpPr>
          <p:cNvPr id="145" name="Google Shape;145;p23"/>
          <p:cNvSpPr txBox="1"/>
          <p:nvPr/>
        </p:nvSpPr>
        <p:spPr>
          <a:xfrm>
            <a:off x="0" y="-9828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Home</a:t>
            </a:r>
            <a:r>
              <a:rPr lang="en-GB" sz="3300">
                <a:solidFill>
                  <a:schemeClr val="dk2"/>
                </a:solidFill>
                <a:latin typeface="Fredoka One"/>
                <a:ea typeface="Fredoka One"/>
                <a:cs typeface="Fredoka One"/>
                <a:sym typeface="Fredoka One"/>
              </a:rPr>
              <a:t> Page</a:t>
            </a:r>
            <a:endParaRPr sz="3300">
              <a:solidFill>
                <a:schemeClr val="dk2"/>
              </a:solidFill>
              <a:latin typeface="Fredoka One"/>
              <a:ea typeface="Fredoka One"/>
              <a:cs typeface="Fredoka One"/>
              <a:sym typeface="Fredoka On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p:nvPr/>
        </p:nvSpPr>
        <p:spPr>
          <a:xfrm>
            <a:off x="9975"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51" name="Google Shape;151;p24"/>
          <p:cNvSpPr txBox="1"/>
          <p:nvPr/>
        </p:nvSpPr>
        <p:spPr>
          <a:xfrm>
            <a:off x="5020925" y="3155575"/>
            <a:ext cx="16386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VIEW ALL &gt; </a:t>
            </a:r>
            <a:endParaRPr sz="1800">
              <a:solidFill>
                <a:schemeClr val="dk1"/>
              </a:solidFill>
              <a:latin typeface="Lexend"/>
              <a:ea typeface="Lexend"/>
              <a:cs typeface="Lexend"/>
              <a:sym typeface="Lexend"/>
            </a:endParaRPr>
          </a:p>
        </p:txBody>
      </p:sp>
      <p:sp>
        <p:nvSpPr>
          <p:cNvPr id="152" name="Google Shape;152;p24"/>
          <p:cNvSpPr/>
          <p:nvPr/>
        </p:nvSpPr>
        <p:spPr>
          <a:xfrm>
            <a:off x="3476825" y="3728550"/>
            <a:ext cx="4726800" cy="973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Schedule Reminder</a:t>
            </a:r>
            <a:endParaRPr sz="2100">
              <a:solidFill>
                <a:srgbClr val="FFFFFF"/>
              </a:solidFill>
              <a:latin typeface="Fredoka One"/>
              <a:ea typeface="Fredoka One"/>
              <a:cs typeface="Fredoka One"/>
              <a:sym typeface="Fredoka One"/>
            </a:endParaRPr>
          </a:p>
        </p:txBody>
      </p:sp>
      <p:sp>
        <p:nvSpPr>
          <p:cNvPr id="153" name="Google Shape;153;p24"/>
          <p:cNvSpPr/>
          <p:nvPr/>
        </p:nvSpPr>
        <p:spPr>
          <a:xfrm>
            <a:off x="3002113" y="1337088"/>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sz="3000">
                <a:solidFill>
                  <a:schemeClr val="dk1"/>
                </a:solidFill>
                <a:latin typeface="Fredoka One"/>
                <a:ea typeface="Fredoka One"/>
                <a:cs typeface="Fredoka One"/>
                <a:sym typeface="Fredoka One"/>
              </a:rPr>
              <a:t> 2.</a:t>
            </a:r>
            <a:endParaRPr/>
          </a:p>
          <a:p>
            <a:pPr indent="0" lvl="0" marL="0" rtl="0" algn="l">
              <a:spcBef>
                <a:spcPts val="0"/>
              </a:spcBef>
              <a:spcAft>
                <a:spcPts val="0"/>
              </a:spcAft>
              <a:buNone/>
            </a:pPr>
            <a:r>
              <a:t/>
            </a:r>
            <a:endParaRPr/>
          </a:p>
        </p:txBody>
      </p:sp>
      <p:sp>
        <p:nvSpPr>
          <p:cNvPr id="154" name="Google Shape;154;p24"/>
          <p:cNvSpPr/>
          <p:nvPr/>
        </p:nvSpPr>
        <p:spPr>
          <a:xfrm>
            <a:off x="3694688" y="1337088"/>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Fredoka One"/>
                <a:ea typeface="Fredoka One"/>
                <a:cs typeface="Fredoka One"/>
                <a:sym typeface="Fredoka One"/>
              </a:rPr>
              <a:t>Event Name (Event Date)</a:t>
            </a:r>
            <a:endParaRPr b="1">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Information</a:t>
            </a:r>
            <a:endParaRPr>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p>
        </p:txBody>
      </p:sp>
      <p:sp>
        <p:nvSpPr>
          <p:cNvPr id="155" name="Google Shape;155;p24"/>
          <p:cNvSpPr/>
          <p:nvPr/>
        </p:nvSpPr>
        <p:spPr>
          <a:xfrm>
            <a:off x="3002113" y="402113"/>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Fredoka One"/>
                <a:ea typeface="Fredoka One"/>
                <a:cs typeface="Fredoka One"/>
                <a:sym typeface="Fredoka One"/>
              </a:rPr>
              <a:t> 1.</a:t>
            </a:r>
            <a:endParaRPr sz="3000">
              <a:latin typeface="Fredoka One"/>
              <a:ea typeface="Fredoka One"/>
              <a:cs typeface="Fredoka One"/>
              <a:sym typeface="Fredoka One"/>
            </a:endParaRPr>
          </a:p>
        </p:txBody>
      </p:sp>
      <p:sp>
        <p:nvSpPr>
          <p:cNvPr id="156" name="Google Shape;156;p24"/>
          <p:cNvSpPr/>
          <p:nvPr/>
        </p:nvSpPr>
        <p:spPr>
          <a:xfrm>
            <a:off x="3694688" y="402113"/>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latin typeface="Fredoka One"/>
                <a:ea typeface="Fredoka One"/>
                <a:cs typeface="Fredoka One"/>
                <a:sym typeface="Fredoka One"/>
              </a:rPr>
              <a:t>Event Name (Event Date)</a:t>
            </a:r>
            <a:endParaRPr b="1">
              <a:latin typeface="Fredoka One"/>
              <a:ea typeface="Fredoka One"/>
              <a:cs typeface="Fredoka One"/>
              <a:sym typeface="Fredoka One"/>
            </a:endParaRPr>
          </a:p>
          <a:p>
            <a:pPr indent="0" lvl="0" marL="0" rtl="0" algn="l">
              <a:spcBef>
                <a:spcPts val="0"/>
              </a:spcBef>
              <a:spcAft>
                <a:spcPts val="0"/>
              </a:spcAft>
              <a:buNone/>
            </a:pPr>
            <a:r>
              <a:rPr lang="en-GB">
                <a:latin typeface="Fredoka One"/>
                <a:ea typeface="Fredoka One"/>
                <a:cs typeface="Fredoka One"/>
                <a:sym typeface="Fredoka One"/>
              </a:rPr>
              <a:t>Information</a:t>
            </a:r>
            <a:endParaRPr>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latin typeface="Fredoka One"/>
              <a:ea typeface="Fredoka One"/>
              <a:cs typeface="Fredoka One"/>
              <a:sym typeface="Fredoka One"/>
            </a:endParaRPr>
          </a:p>
        </p:txBody>
      </p:sp>
      <p:sp>
        <p:nvSpPr>
          <p:cNvPr id="157" name="Google Shape;157;p24"/>
          <p:cNvSpPr/>
          <p:nvPr/>
        </p:nvSpPr>
        <p:spPr>
          <a:xfrm>
            <a:off x="3002113" y="2272063"/>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sz="3000">
                <a:solidFill>
                  <a:schemeClr val="dk1"/>
                </a:solidFill>
                <a:latin typeface="Fredoka One"/>
                <a:ea typeface="Fredoka One"/>
                <a:cs typeface="Fredoka One"/>
                <a:sym typeface="Fredoka One"/>
              </a:rPr>
              <a:t> 3.</a:t>
            </a:r>
            <a:endParaRPr/>
          </a:p>
          <a:p>
            <a:pPr indent="0" lvl="0" marL="0" rtl="0" algn="l">
              <a:spcBef>
                <a:spcPts val="0"/>
              </a:spcBef>
              <a:spcAft>
                <a:spcPts val="0"/>
              </a:spcAft>
              <a:buNone/>
            </a:pPr>
            <a:r>
              <a:t/>
            </a:r>
            <a:endParaRPr/>
          </a:p>
        </p:txBody>
      </p:sp>
      <p:sp>
        <p:nvSpPr>
          <p:cNvPr id="158" name="Google Shape;158;p24"/>
          <p:cNvSpPr/>
          <p:nvPr/>
        </p:nvSpPr>
        <p:spPr>
          <a:xfrm>
            <a:off x="3694688" y="2272063"/>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latin typeface="Fredoka One"/>
                <a:ea typeface="Fredoka One"/>
                <a:cs typeface="Fredoka One"/>
                <a:sym typeface="Fredoka One"/>
              </a:rPr>
              <a:t>Event Name (Event Date)</a:t>
            </a:r>
            <a:endParaRPr b="1">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Information</a:t>
            </a:r>
            <a:endParaRPr>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p>
        </p:txBody>
      </p:sp>
      <p:sp>
        <p:nvSpPr>
          <p:cNvPr id="159" name="Google Shape;159;p24"/>
          <p:cNvSpPr/>
          <p:nvPr/>
        </p:nvSpPr>
        <p:spPr>
          <a:xfrm>
            <a:off x="7286137" y="402113"/>
            <a:ext cx="12501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0" name="Google Shape;160;p24"/>
          <p:cNvPicPr preferRelativeResize="0"/>
          <p:nvPr/>
        </p:nvPicPr>
        <p:blipFill>
          <a:blip r:embed="rId3">
            <a:alphaModFix/>
          </a:blip>
          <a:stretch>
            <a:fillRect/>
          </a:stretch>
        </p:blipFill>
        <p:spPr>
          <a:xfrm>
            <a:off x="7370849" y="486263"/>
            <a:ext cx="522676" cy="595200"/>
          </a:xfrm>
          <a:prstGeom prst="rect">
            <a:avLst/>
          </a:prstGeom>
          <a:noFill/>
          <a:ln>
            <a:noFill/>
          </a:ln>
        </p:spPr>
      </p:pic>
      <p:sp>
        <p:nvSpPr>
          <p:cNvPr id="161" name="Google Shape;161;p24"/>
          <p:cNvSpPr/>
          <p:nvPr/>
        </p:nvSpPr>
        <p:spPr>
          <a:xfrm>
            <a:off x="7293187" y="1337088"/>
            <a:ext cx="14283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 name="Google Shape;162;p24"/>
          <p:cNvPicPr preferRelativeResize="0"/>
          <p:nvPr/>
        </p:nvPicPr>
        <p:blipFill>
          <a:blip r:embed="rId3">
            <a:alphaModFix/>
          </a:blip>
          <a:stretch>
            <a:fillRect/>
          </a:stretch>
        </p:blipFill>
        <p:spPr>
          <a:xfrm>
            <a:off x="7370849" y="1421238"/>
            <a:ext cx="522676" cy="595200"/>
          </a:xfrm>
          <a:prstGeom prst="rect">
            <a:avLst/>
          </a:prstGeom>
          <a:noFill/>
          <a:ln>
            <a:noFill/>
          </a:ln>
        </p:spPr>
      </p:pic>
      <p:sp>
        <p:nvSpPr>
          <p:cNvPr id="163" name="Google Shape;163;p24"/>
          <p:cNvSpPr/>
          <p:nvPr/>
        </p:nvSpPr>
        <p:spPr>
          <a:xfrm>
            <a:off x="7293187" y="2272063"/>
            <a:ext cx="14283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4"/>
          <p:cNvSpPr/>
          <p:nvPr/>
        </p:nvSpPr>
        <p:spPr>
          <a:xfrm>
            <a:off x="8023987" y="2272063"/>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5" name="Google Shape;165;p24"/>
          <p:cNvPicPr preferRelativeResize="0"/>
          <p:nvPr/>
        </p:nvPicPr>
        <p:blipFill>
          <a:blip r:embed="rId3">
            <a:alphaModFix/>
          </a:blip>
          <a:stretch>
            <a:fillRect/>
          </a:stretch>
        </p:blipFill>
        <p:spPr>
          <a:xfrm>
            <a:off x="7370849" y="2356213"/>
            <a:ext cx="522676" cy="595200"/>
          </a:xfrm>
          <a:prstGeom prst="rect">
            <a:avLst/>
          </a:prstGeom>
          <a:noFill/>
          <a:ln>
            <a:noFill/>
          </a:ln>
        </p:spPr>
      </p:pic>
      <p:pic>
        <p:nvPicPr>
          <p:cNvPr id="166" name="Google Shape;166;p24"/>
          <p:cNvPicPr preferRelativeResize="0"/>
          <p:nvPr/>
        </p:nvPicPr>
        <p:blipFill>
          <a:blip r:embed="rId4">
            <a:alphaModFix/>
          </a:blip>
          <a:stretch>
            <a:fillRect/>
          </a:stretch>
        </p:blipFill>
        <p:spPr>
          <a:xfrm>
            <a:off x="8118737" y="2392462"/>
            <a:ext cx="522700" cy="522700"/>
          </a:xfrm>
          <a:prstGeom prst="rect">
            <a:avLst/>
          </a:prstGeom>
          <a:noFill/>
          <a:ln>
            <a:noFill/>
          </a:ln>
        </p:spPr>
      </p:pic>
      <p:sp>
        <p:nvSpPr>
          <p:cNvPr id="167" name="Google Shape;167;p24"/>
          <p:cNvSpPr/>
          <p:nvPr/>
        </p:nvSpPr>
        <p:spPr>
          <a:xfrm>
            <a:off x="8023987" y="1337088"/>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4"/>
          <p:cNvPicPr preferRelativeResize="0"/>
          <p:nvPr/>
        </p:nvPicPr>
        <p:blipFill>
          <a:blip r:embed="rId4">
            <a:alphaModFix/>
          </a:blip>
          <a:stretch>
            <a:fillRect/>
          </a:stretch>
        </p:blipFill>
        <p:spPr>
          <a:xfrm>
            <a:off x="8118737" y="1457487"/>
            <a:ext cx="522700" cy="522700"/>
          </a:xfrm>
          <a:prstGeom prst="rect">
            <a:avLst/>
          </a:prstGeom>
          <a:noFill/>
          <a:ln>
            <a:noFill/>
          </a:ln>
        </p:spPr>
      </p:pic>
      <p:sp>
        <p:nvSpPr>
          <p:cNvPr id="169" name="Google Shape;169;p24"/>
          <p:cNvSpPr/>
          <p:nvPr/>
        </p:nvSpPr>
        <p:spPr>
          <a:xfrm>
            <a:off x="8023987" y="402113"/>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0" name="Google Shape;170;p24"/>
          <p:cNvPicPr preferRelativeResize="0"/>
          <p:nvPr/>
        </p:nvPicPr>
        <p:blipFill>
          <a:blip r:embed="rId4">
            <a:alphaModFix/>
          </a:blip>
          <a:stretch>
            <a:fillRect/>
          </a:stretch>
        </p:blipFill>
        <p:spPr>
          <a:xfrm>
            <a:off x="8118737" y="522512"/>
            <a:ext cx="522700" cy="522700"/>
          </a:xfrm>
          <a:prstGeom prst="rect">
            <a:avLst/>
          </a:prstGeom>
          <a:noFill/>
          <a:ln>
            <a:noFill/>
          </a:ln>
        </p:spPr>
      </p:pic>
      <p:sp>
        <p:nvSpPr>
          <p:cNvPr id="171" name="Google Shape;171;p24"/>
          <p:cNvSpPr txBox="1"/>
          <p:nvPr/>
        </p:nvSpPr>
        <p:spPr>
          <a:xfrm>
            <a:off x="2973200" y="-27400"/>
            <a:ext cx="5719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Fredoka One"/>
                <a:ea typeface="Fredoka One"/>
                <a:cs typeface="Fredoka One"/>
                <a:sym typeface="Fredoka One"/>
              </a:rPr>
              <a:t>Upcoming Reminders:</a:t>
            </a:r>
            <a:endParaRPr b="1" sz="1800">
              <a:solidFill>
                <a:schemeClr val="dk2"/>
              </a:solidFill>
              <a:latin typeface="Fredoka One"/>
              <a:ea typeface="Fredoka One"/>
              <a:cs typeface="Fredoka One"/>
              <a:sym typeface="Fredoka One"/>
            </a:endParaRPr>
          </a:p>
        </p:txBody>
      </p:sp>
      <p:sp>
        <p:nvSpPr>
          <p:cNvPr id="172" name="Google Shape;172;p24"/>
          <p:cNvSpPr txBox="1"/>
          <p:nvPr/>
        </p:nvSpPr>
        <p:spPr>
          <a:xfrm>
            <a:off x="75170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Ziggy Ward and Maddie Wenmohs</a:t>
            </a:r>
            <a:endParaRPr sz="500">
              <a:solidFill>
                <a:schemeClr val="dk2"/>
              </a:solidFill>
            </a:endParaRPr>
          </a:p>
          <a:p>
            <a:pPr indent="0" lvl="0" marL="0" rtl="0" algn="l">
              <a:spcBef>
                <a:spcPts val="0"/>
              </a:spcBef>
              <a:spcAft>
                <a:spcPts val="0"/>
              </a:spcAft>
              <a:buNone/>
            </a:pPr>
            <a:r>
              <a:t/>
            </a:r>
            <a:endParaRPr sz="500">
              <a:solidFill>
                <a:schemeClr val="dk2"/>
              </a:solidFill>
            </a:endParaRPr>
          </a:p>
          <a:p>
            <a:pPr indent="0" lvl="0" marL="0" rtl="0" algn="l">
              <a:spcBef>
                <a:spcPts val="0"/>
              </a:spcBef>
              <a:spcAft>
                <a:spcPts val="0"/>
              </a:spcAft>
              <a:buNone/>
            </a:pPr>
            <a:r>
              <a:t/>
            </a:r>
            <a:endParaRPr sz="500">
              <a:solidFill>
                <a:schemeClr val="dk2"/>
              </a:solidFill>
            </a:endParaRPr>
          </a:p>
        </p:txBody>
      </p:sp>
      <p:sp>
        <p:nvSpPr>
          <p:cNvPr id="173" name="Google Shape;173;p24"/>
          <p:cNvSpPr/>
          <p:nvPr/>
        </p:nvSpPr>
        <p:spPr>
          <a:xfrm>
            <a:off x="279225" y="10181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74" name="Google Shape;174;p24"/>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Reminders</a:t>
            </a:r>
            <a:endParaRPr sz="1800">
              <a:solidFill>
                <a:schemeClr val="dk1"/>
              </a:solidFill>
              <a:latin typeface="Fredoka One"/>
              <a:ea typeface="Fredoka One"/>
              <a:cs typeface="Fredoka One"/>
              <a:sym typeface="Fredoka One"/>
            </a:endParaRPr>
          </a:p>
        </p:txBody>
      </p:sp>
      <p:sp>
        <p:nvSpPr>
          <p:cNvPr id="175" name="Google Shape;175;p24"/>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76" name="Google Shape;176;p24"/>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77" name="Google Shape;177;p24"/>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78" name="Google Shape;178;p24"/>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179" name="Google Shape;179;p24"/>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80" name="Google Shape;180;p24"/>
          <p:cNvSpPr txBox="1"/>
          <p:nvPr/>
        </p:nvSpPr>
        <p:spPr>
          <a:xfrm>
            <a:off x="279225" y="52955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81" name="Google Shape;181;p24"/>
          <p:cNvSpPr txBox="1"/>
          <p:nvPr/>
        </p:nvSpPr>
        <p:spPr>
          <a:xfrm>
            <a:off x="0" y="-9828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Reminders</a:t>
            </a:r>
            <a:r>
              <a:rPr lang="en-GB" sz="3300">
                <a:solidFill>
                  <a:schemeClr val="dk2"/>
                </a:solidFill>
                <a:latin typeface="Fredoka One"/>
                <a:ea typeface="Fredoka One"/>
                <a:cs typeface="Fredoka One"/>
                <a:sym typeface="Fredoka One"/>
              </a:rPr>
              <a:t> Page</a:t>
            </a:r>
            <a:endParaRPr sz="3300">
              <a:solidFill>
                <a:schemeClr val="dk2"/>
              </a:solidFill>
              <a:latin typeface="Fredoka One"/>
              <a:ea typeface="Fredoka One"/>
              <a:cs typeface="Fredoka One"/>
              <a:sym typeface="Fredoka On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87" name="Google Shape;187;p25"/>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Ziggy Ward </a:t>
            </a:r>
            <a:endParaRPr sz="500">
              <a:solidFill>
                <a:schemeClr val="dk2"/>
              </a:solidFill>
            </a:endParaRPr>
          </a:p>
        </p:txBody>
      </p:sp>
      <p:sp>
        <p:nvSpPr>
          <p:cNvPr id="188" name="Google Shape;188;p25"/>
          <p:cNvSpPr txBox="1"/>
          <p:nvPr/>
        </p:nvSpPr>
        <p:spPr>
          <a:xfrm>
            <a:off x="2973200" y="-27400"/>
            <a:ext cx="5719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Fredoka One"/>
                <a:ea typeface="Fredoka One"/>
                <a:cs typeface="Fredoka One"/>
                <a:sym typeface="Fredoka One"/>
              </a:rPr>
              <a:t>Upcoming Reminders:</a:t>
            </a:r>
            <a:endParaRPr b="1" sz="1800">
              <a:solidFill>
                <a:schemeClr val="dk2"/>
              </a:solidFill>
              <a:latin typeface="Fredoka One"/>
              <a:ea typeface="Fredoka One"/>
              <a:cs typeface="Fredoka One"/>
              <a:sym typeface="Fredoka One"/>
            </a:endParaRPr>
          </a:p>
        </p:txBody>
      </p:sp>
      <p:sp>
        <p:nvSpPr>
          <p:cNvPr id="189" name="Google Shape;189;p25"/>
          <p:cNvSpPr/>
          <p:nvPr/>
        </p:nvSpPr>
        <p:spPr>
          <a:xfrm>
            <a:off x="3002113" y="1337088"/>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sz="3000">
                <a:solidFill>
                  <a:schemeClr val="dk1"/>
                </a:solidFill>
                <a:latin typeface="Fredoka One"/>
                <a:ea typeface="Fredoka One"/>
                <a:cs typeface="Fredoka One"/>
                <a:sym typeface="Fredoka One"/>
              </a:rPr>
              <a:t> 2.</a:t>
            </a:r>
            <a:endParaRPr/>
          </a:p>
          <a:p>
            <a:pPr indent="0" lvl="0" marL="0" rtl="0" algn="l">
              <a:spcBef>
                <a:spcPts val="0"/>
              </a:spcBef>
              <a:spcAft>
                <a:spcPts val="0"/>
              </a:spcAft>
              <a:buNone/>
            </a:pPr>
            <a:r>
              <a:t/>
            </a:r>
            <a:endParaRPr/>
          </a:p>
        </p:txBody>
      </p:sp>
      <p:sp>
        <p:nvSpPr>
          <p:cNvPr id="190" name="Google Shape;190;p25"/>
          <p:cNvSpPr/>
          <p:nvPr/>
        </p:nvSpPr>
        <p:spPr>
          <a:xfrm>
            <a:off x="3694688" y="1337088"/>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Fredoka One"/>
                <a:ea typeface="Fredoka One"/>
                <a:cs typeface="Fredoka One"/>
                <a:sym typeface="Fredoka One"/>
              </a:rPr>
              <a:t>Event Name (Event Date)</a:t>
            </a:r>
            <a:endParaRPr b="1">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Information</a:t>
            </a:r>
            <a:endParaRPr>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p>
        </p:txBody>
      </p:sp>
      <p:sp>
        <p:nvSpPr>
          <p:cNvPr id="191" name="Google Shape;191;p25"/>
          <p:cNvSpPr/>
          <p:nvPr/>
        </p:nvSpPr>
        <p:spPr>
          <a:xfrm>
            <a:off x="3002113" y="402113"/>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3000">
                <a:latin typeface="Fredoka One"/>
                <a:ea typeface="Fredoka One"/>
                <a:cs typeface="Fredoka One"/>
                <a:sym typeface="Fredoka One"/>
              </a:rPr>
              <a:t> 1.</a:t>
            </a:r>
            <a:endParaRPr sz="3000">
              <a:latin typeface="Fredoka One"/>
              <a:ea typeface="Fredoka One"/>
              <a:cs typeface="Fredoka One"/>
              <a:sym typeface="Fredoka One"/>
            </a:endParaRPr>
          </a:p>
        </p:txBody>
      </p:sp>
      <p:sp>
        <p:nvSpPr>
          <p:cNvPr id="192" name="Google Shape;192;p25"/>
          <p:cNvSpPr/>
          <p:nvPr/>
        </p:nvSpPr>
        <p:spPr>
          <a:xfrm>
            <a:off x="3694688" y="402113"/>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a:latin typeface="Fredoka One"/>
                <a:ea typeface="Fredoka One"/>
                <a:cs typeface="Fredoka One"/>
                <a:sym typeface="Fredoka One"/>
              </a:rPr>
              <a:t>Event Name (Event Date)</a:t>
            </a:r>
            <a:endParaRPr b="1">
              <a:latin typeface="Fredoka One"/>
              <a:ea typeface="Fredoka One"/>
              <a:cs typeface="Fredoka One"/>
              <a:sym typeface="Fredoka One"/>
            </a:endParaRPr>
          </a:p>
          <a:p>
            <a:pPr indent="0" lvl="0" marL="0" rtl="0" algn="l">
              <a:spcBef>
                <a:spcPts val="0"/>
              </a:spcBef>
              <a:spcAft>
                <a:spcPts val="0"/>
              </a:spcAft>
              <a:buNone/>
            </a:pPr>
            <a:r>
              <a:rPr lang="en-GB">
                <a:latin typeface="Fredoka One"/>
                <a:ea typeface="Fredoka One"/>
                <a:cs typeface="Fredoka One"/>
                <a:sym typeface="Fredoka One"/>
              </a:rPr>
              <a:t>Information</a:t>
            </a:r>
            <a:endParaRPr>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latin typeface="Fredoka One"/>
              <a:ea typeface="Fredoka One"/>
              <a:cs typeface="Fredoka One"/>
              <a:sym typeface="Fredoka One"/>
            </a:endParaRPr>
          </a:p>
        </p:txBody>
      </p:sp>
      <p:sp>
        <p:nvSpPr>
          <p:cNvPr id="193" name="Google Shape;193;p25"/>
          <p:cNvSpPr/>
          <p:nvPr/>
        </p:nvSpPr>
        <p:spPr>
          <a:xfrm>
            <a:off x="3002113" y="2272063"/>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sz="3000">
                <a:solidFill>
                  <a:schemeClr val="dk1"/>
                </a:solidFill>
                <a:latin typeface="Fredoka One"/>
                <a:ea typeface="Fredoka One"/>
                <a:cs typeface="Fredoka One"/>
                <a:sym typeface="Fredoka One"/>
              </a:rPr>
              <a:t> 3.</a:t>
            </a:r>
            <a:endParaRPr/>
          </a:p>
          <a:p>
            <a:pPr indent="0" lvl="0" marL="0" rtl="0" algn="l">
              <a:spcBef>
                <a:spcPts val="0"/>
              </a:spcBef>
              <a:spcAft>
                <a:spcPts val="0"/>
              </a:spcAft>
              <a:buNone/>
            </a:pPr>
            <a:r>
              <a:t/>
            </a:r>
            <a:endParaRPr/>
          </a:p>
        </p:txBody>
      </p:sp>
      <p:sp>
        <p:nvSpPr>
          <p:cNvPr id="194" name="Google Shape;194;p25"/>
          <p:cNvSpPr/>
          <p:nvPr/>
        </p:nvSpPr>
        <p:spPr>
          <a:xfrm>
            <a:off x="3694688" y="2272063"/>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latin typeface="Fredoka One"/>
                <a:ea typeface="Fredoka One"/>
                <a:cs typeface="Fredoka One"/>
                <a:sym typeface="Fredoka One"/>
              </a:rPr>
              <a:t>Event Name (Event Date)</a:t>
            </a:r>
            <a:endParaRPr b="1">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Information</a:t>
            </a:r>
            <a:endParaRPr>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p>
        </p:txBody>
      </p:sp>
      <p:sp>
        <p:nvSpPr>
          <p:cNvPr id="195" name="Google Shape;195;p25"/>
          <p:cNvSpPr/>
          <p:nvPr/>
        </p:nvSpPr>
        <p:spPr>
          <a:xfrm>
            <a:off x="3002113" y="3207038"/>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sz="3000">
                <a:solidFill>
                  <a:schemeClr val="dk1"/>
                </a:solidFill>
                <a:latin typeface="Fredoka One"/>
                <a:ea typeface="Fredoka One"/>
                <a:cs typeface="Fredoka One"/>
                <a:sym typeface="Fredoka One"/>
              </a:rPr>
              <a:t> 4.</a:t>
            </a:r>
            <a:endParaRPr/>
          </a:p>
          <a:p>
            <a:pPr indent="0" lvl="0" marL="0" rtl="0" algn="l">
              <a:spcBef>
                <a:spcPts val="0"/>
              </a:spcBef>
              <a:spcAft>
                <a:spcPts val="0"/>
              </a:spcAft>
              <a:buNone/>
            </a:pPr>
            <a:r>
              <a:t/>
            </a:r>
            <a:endParaRPr/>
          </a:p>
        </p:txBody>
      </p:sp>
      <p:sp>
        <p:nvSpPr>
          <p:cNvPr id="196" name="Google Shape;196;p25"/>
          <p:cNvSpPr/>
          <p:nvPr/>
        </p:nvSpPr>
        <p:spPr>
          <a:xfrm>
            <a:off x="3694688" y="3207038"/>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latin typeface="Fredoka One"/>
                <a:ea typeface="Fredoka One"/>
                <a:cs typeface="Fredoka One"/>
                <a:sym typeface="Fredoka One"/>
              </a:rPr>
              <a:t>Event Name (Event Date)</a:t>
            </a:r>
            <a:endParaRPr b="1">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Information</a:t>
            </a:r>
            <a:endParaRPr>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p>
        </p:txBody>
      </p:sp>
      <p:sp>
        <p:nvSpPr>
          <p:cNvPr id="197" name="Google Shape;197;p25"/>
          <p:cNvSpPr/>
          <p:nvPr/>
        </p:nvSpPr>
        <p:spPr>
          <a:xfrm>
            <a:off x="3002113" y="4108513"/>
            <a:ext cx="4969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GB" sz="3000">
                <a:solidFill>
                  <a:schemeClr val="dk1"/>
                </a:solidFill>
                <a:latin typeface="Fredoka One"/>
                <a:ea typeface="Fredoka One"/>
                <a:cs typeface="Fredoka One"/>
                <a:sym typeface="Fredoka One"/>
              </a:rPr>
              <a:t> 5.</a:t>
            </a:r>
            <a:endParaRPr/>
          </a:p>
          <a:p>
            <a:pPr indent="0" lvl="0" marL="0" rtl="0" algn="l">
              <a:spcBef>
                <a:spcPts val="0"/>
              </a:spcBef>
              <a:spcAft>
                <a:spcPts val="0"/>
              </a:spcAft>
              <a:buNone/>
            </a:pPr>
            <a:r>
              <a:t/>
            </a:r>
            <a:endParaRPr/>
          </a:p>
        </p:txBody>
      </p:sp>
      <p:sp>
        <p:nvSpPr>
          <p:cNvPr id="198" name="Google Shape;198;p25"/>
          <p:cNvSpPr/>
          <p:nvPr/>
        </p:nvSpPr>
        <p:spPr>
          <a:xfrm>
            <a:off x="3694688" y="4108513"/>
            <a:ext cx="42765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latin typeface="Fredoka One"/>
                <a:ea typeface="Fredoka One"/>
                <a:cs typeface="Fredoka One"/>
                <a:sym typeface="Fredoka One"/>
              </a:rPr>
              <a:t>Event Name (Event Date)</a:t>
            </a:r>
            <a:endParaRPr b="1">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Information</a:t>
            </a:r>
            <a:endParaRPr>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a:solidFill>
                  <a:schemeClr val="dk1"/>
                </a:solidFill>
                <a:latin typeface="Fredoka One"/>
                <a:ea typeface="Fredoka One"/>
                <a:cs typeface="Fredoka One"/>
                <a:sym typeface="Fredoka One"/>
              </a:rPr>
              <a:t>Event Time - Event Time</a:t>
            </a:r>
            <a:endParaRPr/>
          </a:p>
        </p:txBody>
      </p:sp>
      <p:sp>
        <p:nvSpPr>
          <p:cNvPr id="199" name="Google Shape;199;p25"/>
          <p:cNvSpPr/>
          <p:nvPr/>
        </p:nvSpPr>
        <p:spPr>
          <a:xfrm>
            <a:off x="7286137" y="402113"/>
            <a:ext cx="12501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 name="Google Shape;200;p25"/>
          <p:cNvPicPr preferRelativeResize="0"/>
          <p:nvPr/>
        </p:nvPicPr>
        <p:blipFill>
          <a:blip r:embed="rId3">
            <a:alphaModFix/>
          </a:blip>
          <a:stretch>
            <a:fillRect/>
          </a:stretch>
        </p:blipFill>
        <p:spPr>
          <a:xfrm>
            <a:off x="7370849" y="486263"/>
            <a:ext cx="522676" cy="595200"/>
          </a:xfrm>
          <a:prstGeom prst="rect">
            <a:avLst/>
          </a:prstGeom>
          <a:noFill/>
          <a:ln>
            <a:noFill/>
          </a:ln>
        </p:spPr>
      </p:pic>
      <p:sp>
        <p:nvSpPr>
          <p:cNvPr id="201" name="Google Shape;201;p25"/>
          <p:cNvSpPr/>
          <p:nvPr/>
        </p:nvSpPr>
        <p:spPr>
          <a:xfrm>
            <a:off x="7293187" y="1337088"/>
            <a:ext cx="14283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25"/>
          <p:cNvPicPr preferRelativeResize="0"/>
          <p:nvPr/>
        </p:nvPicPr>
        <p:blipFill>
          <a:blip r:embed="rId3">
            <a:alphaModFix/>
          </a:blip>
          <a:stretch>
            <a:fillRect/>
          </a:stretch>
        </p:blipFill>
        <p:spPr>
          <a:xfrm>
            <a:off x="7370849" y="1421238"/>
            <a:ext cx="522676" cy="595200"/>
          </a:xfrm>
          <a:prstGeom prst="rect">
            <a:avLst/>
          </a:prstGeom>
          <a:noFill/>
          <a:ln>
            <a:noFill/>
          </a:ln>
        </p:spPr>
      </p:pic>
      <p:sp>
        <p:nvSpPr>
          <p:cNvPr id="203" name="Google Shape;203;p25"/>
          <p:cNvSpPr/>
          <p:nvPr/>
        </p:nvSpPr>
        <p:spPr>
          <a:xfrm>
            <a:off x="7293187" y="2272063"/>
            <a:ext cx="14283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5"/>
          <p:cNvSpPr/>
          <p:nvPr/>
        </p:nvSpPr>
        <p:spPr>
          <a:xfrm>
            <a:off x="8023987" y="2272063"/>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5"/>
          <p:cNvPicPr preferRelativeResize="0"/>
          <p:nvPr/>
        </p:nvPicPr>
        <p:blipFill>
          <a:blip r:embed="rId3">
            <a:alphaModFix/>
          </a:blip>
          <a:stretch>
            <a:fillRect/>
          </a:stretch>
        </p:blipFill>
        <p:spPr>
          <a:xfrm>
            <a:off x="7370849" y="2356213"/>
            <a:ext cx="522676" cy="595200"/>
          </a:xfrm>
          <a:prstGeom prst="rect">
            <a:avLst/>
          </a:prstGeom>
          <a:noFill/>
          <a:ln>
            <a:noFill/>
          </a:ln>
        </p:spPr>
      </p:pic>
      <p:pic>
        <p:nvPicPr>
          <p:cNvPr id="206" name="Google Shape;206;p25"/>
          <p:cNvPicPr preferRelativeResize="0"/>
          <p:nvPr/>
        </p:nvPicPr>
        <p:blipFill>
          <a:blip r:embed="rId4">
            <a:alphaModFix/>
          </a:blip>
          <a:stretch>
            <a:fillRect/>
          </a:stretch>
        </p:blipFill>
        <p:spPr>
          <a:xfrm>
            <a:off x="8118737" y="2392462"/>
            <a:ext cx="522700" cy="522700"/>
          </a:xfrm>
          <a:prstGeom prst="rect">
            <a:avLst/>
          </a:prstGeom>
          <a:noFill/>
          <a:ln>
            <a:noFill/>
          </a:ln>
        </p:spPr>
      </p:pic>
      <p:sp>
        <p:nvSpPr>
          <p:cNvPr id="207" name="Google Shape;207;p25"/>
          <p:cNvSpPr/>
          <p:nvPr/>
        </p:nvSpPr>
        <p:spPr>
          <a:xfrm>
            <a:off x="7293187" y="3207038"/>
            <a:ext cx="14283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p:nvPr/>
        </p:nvSpPr>
        <p:spPr>
          <a:xfrm>
            <a:off x="8012813" y="3211088"/>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 name="Google Shape;209;p25"/>
          <p:cNvPicPr preferRelativeResize="0"/>
          <p:nvPr/>
        </p:nvPicPr>
        <p:blipFill>
          <a:blip r:embed="rId3">
            <a:alphaModFix/>
          </a:blip>
          <a:stretch>
            <a:fillRect/>
          </a:stretch>
        </p:blipFill>
        <p:spPr>
          <a:xfrm>
            <a:off x="7370849" y="3291188"/>
            <a:ext cx="522676" cy="595200"/>
          </a:xfrm>
          <a:prstGeom prst="rect">
            <a:avLst/>
          </a:prstGeom>
          <a:noFill/>
          <a:ln>
            <a:noFill/>
          </a:ln>
        </p:spPr>
      </p:pic>
      <p:pic>
        <p:nvPicPr>
          <p:cNvPr id="210" name="Google Shape;210;p25"/>
          <p:cNvPicPr preferRelativeResize="0"/>
          <p:nvPr/>
        </p:nvPicPr>
        <p:blipFill>
          <a:blip r:embed="rId4">
            <a:alphaModFix/>
          </a:blip>
          <a:stretch>
            <a:fillRect/>
          </a:stretch>
        </p:blipFill>
        <p:spPr>
          <a:xfrm>
            <a:off x="8107562" y="3310687"/>
            <a:ext cx="522700" cy="522700"/>
          </a:xfrm>
          <a:prstGeom prst="rect">
            <a:avLst/>
          </a:prstGeom>
          <a:noFill/>
          <a:ln>
            <a:noFill/>
          </a:ln>
        </p:spPr>
      </p:pic>
      <p:sp>
        <p:nvSpPr>
          <p:cNvPr id="211" name="Google Shape;211;p25"/>
          <p:cNvSpPr/>
          <p:nvPr/>
        </p:nvSpPr>
        <p:spPr>
          <a:xfrm>
            <a:off x="7293187" y="4108513"/>
            <a:ext cx="14283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2" name="Google Shape;212;p25"/>
          <p:cNvPicPr preferRelativeResize="0"/>
          <p:nvPr/>
        </p:nvPicPr>
        <p:blipFill>
          <a:blip r:embed="rId3">
            <a:alphaModFix/>
          </a:blip>
          <a:stretch>
            <a:fillRect/>
          </a:stretch>
        </p:blipFill>
        <p:spPr>
          <a:xfrm>
            <a:off x="7370849" y="4192663"/>
            <a:ext cx="522676" cy="595200"/>
          </a:xfrm>
          <a:prstGeom prst="rect">
            <a:avLst/>
          </a:prstGeom>
          <a:noFill/>
          <a:ln>
            <a:noFill/>
          </a:ln>
        </p:spPr>
      </p:pic>
      <p:sp>
        <p:nvSpPr>
          <p:cNvPr id="213" name="Google Shape;213;p25"/>
          <p:cNvSpPr/>
          <p:nvPr/>
        </p:nvSpPr>
        <p:spPr>
          <a:xfrm>
            <a:off x="8023987" y="1337088"/>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 name="Google Shape;214;p25"/>
          <p:cNvPicPr preferRelativeResize="0"/>
          <p:nvPr/>
        </p:nvPicPr>
        <p:blipFill>
          <a:blip r:embed="rId4">
            <a:alphaModFix/>
          </a:blip>
          <a:stretch>
            <a:fillRect/>
          </a:stretch>
        </p:blipFill>
        <p:spPr>
          <a:xfrm>
            <a:off x="8118737" y="1457487"/>
            <a:ext cx="522700" cy="522700"/>
          </a:xfrm>
          <a:prstGeom prst="rect">
            <a:avLst/>
          </a:prstGeom>
          <a:noFill/>
          <a:ln>
            <a:noFill/>
          </a:ln>
        </p:spPr>
      </p:pic>
      <p:sp>
        <p:nvSpPr>
          <p:cNvPr id="215" name="Google Shape;215;p25"/>
          <p:cNvSpPr/>
          <p:nvPr/>
        </p:nvSpPr>
        <p:spPr>
          <a:xfrm>
            <a:off x="8023987" y="402113"/>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 name="Google Shape;216;p25"/>
          <p:cNvPicPr preferRelativeResize="0"/>
          <p:nvPr/>
        </p:nvPicPr>
        <p:blipFill>
          <a:blip r:embed="rId4">
            <a:alphaModFix/>
          </a:blip>
          <a:stretch>
            <a:fillRect/>
          </a:stretch>
        </p:blipFill>
        <p:spPr>
          <a:xfrm>
            <a:off x="8118737" y="522512"/>
            <a:ext cx="522700" cy="522700"/>
          </a:xfrm>
          <a:prstGeom prst="rect">
            <a:avLst/>
          </a:prstGeom>
          <a:noFill/>
          <a:ln>
            <a:noFill/>
          </a:ln>
        </p:spPr>
      </p:pic>
      <p:sp>
        <p:nvSpPr>
          <p:cNvPr id="217" name="Google Shape;217;p25"/>
          <p:cNvSpPr/>
          <p:nvPr/>
        </p:nvSpPr>
        <p:spPr>
          <a:xfrm>
            <a:off x="8023987" y="4108513"/>
            <a:ext cx="712200" cy="76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 name="Google Shape;218;p25"/>
          <p:cNvPicPr preferRelativeResize="0"/>
          <p:nvPr/>
        </p:nvPicPr>
        <p:blipFill>
          <a:blip r:embed="rId4">
            <a:alphaModFix/>
          </a:blip>
          <a:stretch>
            <a:fillRect/>
          </a:stretch>
        </p:blipFill>
        <p:spPr>
          <a:xfrm>
            <a:off x="8118737" y="4228912"/>
            <a:ext cx="522700" cy="522700"/>
          </a:xfrm>
          <a:prstGeom prst="rect">
            <a:avLst/>
          </a:prstGeom>
          <a:noFill/>
          <a:ln>
            <a:noFill/>
          </a:ln>
        </p:spPr>
      </p:pic>
      <p:sp>
        <p:nvSpPr>
          <p:cNvPr id="219" name="Google Shape;219;p25"/>
          <p:cNvSpPr txBox="1"/>
          <p:nvPr/>
        </p:nvSpPr>
        <p:spPr>
          <a:xfrm>
            <a:off x="5033900" y="4787875"/>
            <a:ext cx="15981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HIDE</a:t>
            </a:r>
            <a:r>
              <a:rPr lang="en-GB" sz="1600">
                <a:solidFill>
                  <a:schemeClr val="dk1"/>
                </a:solidFill>
                <a:latin typeface="Lexend"/>
                <a:ea typeface="Lexend"/>
                <a:cs typeface="Lexend"/>
                <a:sym typeface="Lexend"/>
              </a:rPr>
              <a:t> ^ </a:t>
            </a:r>
            <a:endParaRPr sz="1600">
              <a:solidFill>
                <a:schemeClr val="dk1"/>
              </a:solidFill>
              <a:latin typeface="Lexend"/>
              <a:ea typeface="Lexend"/>
              <a:cs typeface="Lexend"/>
              <a:sym typeface="Lexend"/>
            </a:endParaRPr>
          </a:p>
        </p:txBody>
      </p:sp>
      <p:sp>
        <p:nvSpPr>
          <p:cNvPr id="220" name="Google Shape;220;p25"/>
          <p:cNvSpPr/>
          <p:nvPr/>
        </p:nvSpPr>
        <p:spPr>
          <a:xfrm>
            <a:off x="279225" y="10181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1" name="Google Shape;221;p25"/>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Reminders</a:t>
            </a:r>
            <a:endParaRPr sz="1800">
              <a:solidFill>
                <a:schemeClr val="dk1"/>
              </a:solidFill>
              <a:latin typeface="Fredoka One"/>
              <a:ea typeface="Fredoka One"/>
              <a:cs typeface="Fredoka One"/>
              <a:sym typeface="Fredoka One"/>
            </a:endParaRPr>
          </a:p>
        </p:txBody>
      </p:sp>
      <p:sp>
        <p:nvSpPr>
          <p:cNvPr id="222" name="Google Shape;222;p25"/>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223" name="Google Shape;223;p25"/>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224" name="Google Shape;224;p25"/>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225" name="Google Shape;225;p25"/>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226" name="Google Shape;226;p25"/>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227" name="Google Shape;227;p25"/>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228" name="Google Shape;228;p25"/>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Reminders</a:t>
            </a:r>
            <a:r>
              <a:rPr lang="en-GB" sz="3300">
                <a:solidFill>
                  <a:schemeClr val="dk2"/>
                </a:solidFill>
                <a:latin typeface="Fredoka One"/>
                <a:ea typeface="Fredoka One"/>
                <a:cs typeface="Fredoka One"/>
                <a:sym typeface="Fredoka One"/>
              </a:rPr>
              <a:t> Page after pressing “Show All”</a:t>
            </a:r>
            <a:endParaRPr sz="3300">
              <a:solidFill>
                <a:schemeClr val="dk2"/>
              </a:solidFill>
              <a:latin typeface="Fredoka One"/>
              <a:ea typeface="Fredoka One"/>
              <a:cs typeface="Fredoka One"/>
              <a:sym typeface="Fredoka On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6"/>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Ziggy Ward </a:t>
            </a:r>
            <a:endParaRPr sz="500">
              <a:solidFill>
                <a:schemeClr val="dk2"/>
              </a:solidFill>
            </a:endParaRPr>
          </a:p>
        </p:txBody>
      </p:sp>
      <p:sp>
        <p:nvSpPr>
          <p:cNvPr id="234" name="Google Shape;234;p26"/>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235" name="Google Shape;235;p26"/>
          <p:cNvSpPr/>
          <p:nvPr/>
        </p:nvSpPr>
        <p:spPr>
          <a:xfrm>
            <a:off x="279225" y="10181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36" name="Google Shape;236;p26"/>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Reminders</a:t>
            </a:r>
            <a:endParaRPr sz="1800">
              <a:solidFill>
                <a:schemeClr val="dk1"/>
              </a:solidFill>
              <a:latin typeface="Fredoka One"/>
              <a:ea typeface="Fredoka One"/>
              <a:cs typeface="Fredoka One"/>
              <a:sym typeface="Fredoka One"/>
            </a:endParaRPr>
          </a:p>
        </p:txBody>
      </p:sp>
      <p:sp>
        <p:nvSpPr>
          <p:cNvPr id="237" name="Google Shape;237;p26"/>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238" name="Google Shape;238;p26"/>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239" name="Google Shape;239;p26"/>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240" name="Google Shape;240;p26"/>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241" name="Google Shape;241;p26"/>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242" name="Google Shape;242;p26"/>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pic>
        <p:nvPicPr>
          <p:cNvPr id="243" name="Google Shape;243;p26"/>
          <p:cNvPicPr preferRelativeResize="0"/>
          <p:nvPr/>
        </p:nvPicPr>
        <p:blipFill>
          <a:blip r:embed="rId3">
            <a:alphaModFix/>
          </a:blip>
          <a:stretch>
            <a:fillRect/>
          </a:stretch>
        </p:blipFill>
        <p:spPr>
          <a:xfrm>
            <a:off x="2602499" y="49927"/>
            <a:ext cx="488100" cy="488122"/>
          </a:xfrm>
          <a:prstGeom prst="rect">
            <a:avLst/>
          </a:prstGeom>
          <a:noFill/>
          <a:ln>
            <a:noFill/>
          </a:ln>
        </p:spPr>
      </p:pic>
      <p:pic>
        <p:nvPicPr>
          <p:cNvPr id="244" name="Google Shape;244;p26"/>
          <p:cNvPicPr preferRelativeResize="0"/>
          <p:nvPr/>
        </p:nvPicPr>
        <p:blipFill>
          <a:blip r:embed="rId4">
            <a:alphaModFix/>
          </a:blip>
          <a:stretch>
            <a:fillRect/>
          </a:stretch>
        </p:blipFill>
        <p:spPr>
          <a:xfrm>
            <a:off x="7729100" y="134750"/>
            <a:ext cx="397500" cy="397500"/>
          </a:xfrm>
          <a:prstGeom prst="rect">
            <a:avLst/>
          </a:prstGeom>
          <a:noFill/>
          <a:ln>
            <a:noFill/>
          </a:ln>
        </p:spPr>
      </p:pic>
      <p:pic>
        <p:nvPicPr>
          <p:cNvPr id="245" name="Google Shape;245;p26"/>
          <p:cNvPicPr preferRelativeResize="0"/>
          <p:nvPr/>
        </p:nvPicPr>
        <p:blipFill>
          <a:blip r:embed="rId5">
            <a:alphaModFix/>
          </a:blip>
          <a:stretch>
            <a:fillRect/>
          </a:stretch>
        </p:blipFill>
        <p:spPr>
          <a:xfrm>
            <a:off x="8614700" y="89450"/>
            <a:ext cx="488100" cy="488100"/>
          </a:xfrm>
          <a:prstGeom prst="rect">
            <a:avLst/>
          </a:prstGeom>
          <a:noFill/>
          <a:ln>
            <a:noFill/>
          </a:ln>
        </p:spPr>
      </p:pic>
      <p:pic>
        <p:nvPicPr>
          <p:cNvPr id="246" name="Google Shape;246;p26"/>
          <p:cNvPicPr preferRelativeResize="0"/>
          <p:nvPr/>
        </p:nvPicPr>
        <p:blipFill>
          <a:blip r:embed="rId6">
            <a:alphaModFix/>
          </a:blip>
          <a:stretch>
            <a:fillRect/>
          </a:stretch>
        </p:blipFill>
        <p:spPr>
          <a:xfrm>
            <a:off x="8202797" y="89453"/>
            <a:ext cx="488100" cy="488100"/>
          </a:xfrm>
          <a:prstGeom prst="rect">
            <a:avLst/>
          </a:prstGeom>
          <a:noFill/>
          <a:ln>
            <a:noFill/>
          </a:ln>
        </p:spPr>
      </p:pic>
      <p:sp>
        <p:nvSpPr>
          <p:cNvPr id="247" name="Google Shape;247;p26"/>
          <p:cNvSpPr/>
          <p:nvPr/>
        </p:nvSpPr>
        <p:spPr>
          <a:xfrm>
            <a:off x="3476825" y="3825613"/>
            <a:ext cx="4726800" cy="87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Schedule Reminder</a:t>
            </a:r>
            <a:endParaRPr sz="2100">
              <a:solidFill>
                <a:srgbClr val="FFFFFF"/>
              </a:solidFill>
              <a:latin typeface="Fredoka One"/>
              <a:ea typeface="Fredoka One"/>
              <a:cs typeface="Fredoka One"/>
              <a:sym typeface="Fredoka One"/>
            </a:endParaRPr>
          </a:p>
        </p:txBody>
      </p:sp>
      <p:sp>
        <p:nvSpPr>
          <p:cNvPr id="248" name="Google Shape;248;p26"/>
          <p:cNvSpPr txBox="1"/>
          <p:nvPr/>
        </p:nvSpPr>
        <p:spPr>
          <a:xfrm>
            <a:off x="2973200" y="-27400"/>
            <a:ext cx="5719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1"/>
                </a:solidFill>
                <a:latin typeface="Fredoka One"/>
                <a:ea typeface="Fredoka One"/>
                <a:cs typeface="Fredoka One"/>
                <a:sym typeface="Fredoka One"/>
              </a:rPr>
              <a:t>Schedule Reminder</a:t>
            </a:r>
            <a:endParaRPr b="1" sz="1800">
              <a:solidFill>
                <a:schemeClr val="dk1"/>
              </a:solidFill>
              <a:latin typeface="Fredoka One"/>
              <a:ea typeface="Fredoka One"/>
              <a:cs typeface="Fredoka One"/>
              <a:sym typeface="Fredoka One"/>
            </a:endParaRPr>
          </a:p>
        </p:txBody>
      </p:sp>
      <p:sp>
        <p:nvSpPr>
          <p:cNvPr id="249" name="Google Shape;249;p26"/>
          <p:cNvSpPr txBox="1"/>
          <p:nvPr/>
        </p:nvSpPr>
        <p:spPr>
          <a:xfrm>
            <a:off x="0" y="-1098800"/>
            <a:ext cx="63264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Reminders</a:t>
            </a:r>
            <a:r>
              <a:rPr lang="en-GB" sz="3300">
                <a:solidFill>
                  <a:schemeClr val="dk2"/>
                </a:solidFill>
                <a:latin typeface="Fredoka One"/>
                <a:ea typeface="Fredoka One"/>
                <a:cs typeface="Fredoka One"/>
                <a:sym typeface="Fredoka One"/>
              </a:rPr>
              <a:t> Page after pressing “Schedule Reminder”</a:t>
            </a:r>
            <a:endParaRPr sz="3300">
              <a:solidFill>
                <a:schemeClr val="dk2"/>
              </a:solidFill>
              <a:latin typeface="Fredoka One"/>
              <a:ea typeface="Fredoka One"/>
              <a:cs typeface="Fredoka One"/>
              <a:sym typeface="Fredoka One"/>
            </a:endParaRPr>
          </a:p>
        </p:txBody>
      </p:sp>
      <p:graphicFrame>
        <p:nvGraphicFramePr>
          <p:cNvPr id="250" name="Google Shape;250;p26"/>
          <p:cNvGraphicFramePr/>
          <p:nvPr/>
        </p:nvGraphicFramePr>
        <p:xfrm>
          <a:off x="2973200" y="638750"/>
          <a:ext cx="3000000" cy="3000000"/>
        </p:xfrm>
        <a:graphic>
          <a:graphicData uri="http://schemas.openxmlformats.org/drawingml/2006/table">
            <a:tbl>
              <a:tblPr>
                <a:noFill/>
                <a:tableStyleId>{8B86D005-5666-499A-8BB1-90F13F6949E7}</a:tableStyleId>
              </a:tblPr>
              <a:tblGrid>
                <a:gridCol w="2609150"/>
                <a:gridCol w="2609150"/>
              </a:tblGrid>
              <a:tr h="577100">
                <a:tc>
                  <a:txBody>
                    <a:bodyPr/>
                    <a:lstStyle/>
                    <a:p>
                      <a:pPr indent="0" lvl="0" marL="0" rtl="0" algn="l">
                        <a:spcBef>
                          <a:spcPts val="0"/>
                        </a:spcBef>
                        <a:spcAft>
                          <a:spcPts val="0"/>
                        </a:spcAft>
                        <a:buNone/>
                      </a:pPr>
                      <a:r>
                        <a:rPr lang="en-GB" sz="2500">
                          <a:solidFill>
                            <a:schemeClr val="dk2"/>
                          </a:solidFill>
                          <a:latin typeface="Fredoka One"/>
                          <a:ea typeface="Fredoka One"/>
                          <a:cs typeface="Fredoka One"/>
                          <a:sym typeface="Fredoka One"/>
                        </a:rPr>
                        <a:t>Title:</a:t>
                      </a:r>
                      <a:endParaRPr sz="2500">
                        <a:solidFill>
                          <a:schemeClr val="dk2"/>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a:solidFill>
                          <a:schemeClr val="dk2"/>
                        </a:solidFill>
                        <a:latin typeface="Fredoka One"/>
                        <a:ea typeface="Fredoka One"/>
                        <a:cs typeface="Fredoka One"/>
                        <a:sym typeface="Fredoka One"/>
                      </a:endParaRPr>
                    </a:p>
                  </a:txBody>
                  <a:tcPr marT="91425" marB="91425" marR="91425" marL="91425"/>
                </a:tc>
              </a:tr>
              <a:tr h="577100">
                <a:tc>
                  <a:txBody>
                    <a:bodyPr/>
                    <a:lstStyle/>
                    <a:p>
                      <a:pPr indent="0" lvl="0" marL="0" rtl="0" algn="l">
                        <a:spcBef>
                          <a:spcPts val="0"/>
                        </a:spcBef>
                        <a:spcAft>
                          <a:spcPts val="0"/>
                        </a:spcAft>
                        <a:buNone/>
                      </a:pPr>
                      <a:r>
                        <a:rPr lang="en-GB" sz="2500">
                          <a:solidFill>
                            <a:schemeClr val="dk2"/>
                          </a:solidFill>
                          <a:latin typeface="Fredoka One"/>
                          <a:ea typeface="Fredoka One"/>
                          <a:cs typeface="Fredoka One"/>
                          <a:sym typeface="Fredoka One"/>
                        </a:rPr>
                        <a:t>Time:</a:t>
                      </a:r>
                      <a:endParaRPr sz="2500">
                        <a:solidFill>
                          <a:schemeClr val="dk2"/>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a:solidFill>
                          <a:schemeClr val="dk2"/>
                        </a:solidFill>
                        <a:latin typeface="Fredoka One"/>
                        <a:ea typeface="Fredoka One"/>
                        <a:cs typeface="Fredoka One"/>
                        <a:sym typeface="Fredoka One"/>
                      </a:endParaRPr>
                    </a:p>
                  </a:txBody>
                  <a:tcPr marT="91425" marB="91425" marR="91425" marL="91425"/>
                </a:tc>
              </a:tr>
              <a:tr h="577100">
                <a:tc>
                  <a:txBody>
                    <a:bodyPr/>
                    <a:lstStyle/>
                    <a:p>
                      <a:pPr indent="0" lvl="0" marL="0" rtl="0" algn="l">
                        <a:spcBef>
                          <a:spcPts val="0"/>
                        </a:spcBef>
                        <a:spcAft>
                          <a:spcPts val="0"/>
                        </a:spcAft>
                        <a:buNone/>
                      </a:pPr>
                      <a:r>
                        <a:rPr lang="en-GB" sz="2500">
                          <a:solidFill>
                            <a:schemeClr val="dk2"/>
                          </a:solidFill>
                          <a:latin typeface="Fredoka One"/>
                          <a:ea typeface="Fredoka One"/>
                          <a:cs typeface="Fredoka One"/>
                          <a:sym typeface="Fredoka One"/>
                        </a:rPr>
                        <a:t>Date:</a:t>
                      </a:r>
                      <a:endParaRPr sz="2500">
                        <a:solidFill>
                          <a:schemeClr val="dk2"/>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a:solidFill>
                          <a:schemeClr val="dk2"/>
                        </a:solidFill>
                        <a:latin typeface="Fredoka One"/>
                        <a:ea typeface="Fredoka One"/>
                        <a:cs typeface="Fredoka One"/>
                        <a:sym typeface="Fredoka One"/>
                      </a:endParaRPr>
                    </a:p>
                  </a:txBody>
                  <a:tcPr marT="91425" marB="91425" marR="91425" marL="91425"/>
                </a:tc>
              </a:tr>
              <a:tr h="577100">
                <a:tc>
                  <a:txBody>
                    <a:bodyPr/>
                    <a:lstStyle/>
                    <a:p>
                      <a:pPr indent="0" lvl="0" marL="0" rtl="0" algn="l">
                        <a:spcBef>
                          <a:spcPts val="0"/>
                        </a:spcBef>
                        <a:spcAft>
                          <a:spcPts val="0"/>
                        </a:spcAft>
                        <a:buNone/>
                      </a:pPr>
                      <a:r>
                        <a:t/>
                      </a:r>
                      <a:endParaRPr>
                        <a:solidFill>
                          <a:schemeClr val="dk2"/>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a:solidFill>
                          <a:schemeClr val="dk2"/>
                        </a:solidFill>
                        <a:latin typeface="Fredoka One"/>
                        <a:ea typeface="Fredoka One"/>
                        <a:cs typeface="Fredoka One"/>
                        <a:sym typeface="Fredoka One"/>
                      </a:endParaRPr>
                    </a:p>
                  </a:txBody>
                  <a:tcPr marT="91425" marB="91425" marR="91425" marL="91425"/>
                </a:tc>
              </a:tr>
              <a:tr h="577100">
                <a:tc>
                  <a:txBody>
                    <a:bodyPr/>
                    <a:lstStyle/>
                    <a:p>
                      <a:pPr indent="0" lvl="0" marL="0" rtl="0" algn="l">
                        <a:spcBef>
                          <a:spcPts val="0"/>
                        </a:spcBef>
                        <a:spcAft>
                          <a:spcPts val="0"/>
                        </a:spcAft>
                        <a:buNone/>
                      </a:pPr>
                      <a:r>
                        <a:t/>
                      </a:r>
                      <a:endParaRPr>
                        <a:solidFill>
                          <a:schemeClr val="dk2"/>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a:solidFill>
                          <a:schemeClr val="dk2"/>
                        </a:solidFill>
                        <a:latin typeface="Fredoka One"/>
                        <a:ea typeface="Fredoka One"/>
                        <a:cs typeface="Fredoka One"/>
                        <a:sym typeface="Fredoka One"/>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Ziggy Ward </a:t>
            </a:r>
            <a:endParaRPr sz="500">
              <a:solidFill>
                <a:schemeClr val="dk2"/>
              </a:solidFill>
            </a:endParaRPr>
          </a:p>
        </p:txBody>
      </p:sp>
      <p:sp>
        <p:nvSpPr>
          <p:cNvPr id="256" name="Google Shape;256;p27"/>
          <p:cNvSpPr txBox="1"/>
          <p:nvPr/>
        </p:nvSpPr>
        <p:spPr>
          <a:xfrm>
            <a:off x="2973200" y="-27400"/>
            <a:ext cx="5719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Fredoka One"/>
                <a:ea typeface="Fredoka One"/>
                <a:cs typeface="Fredoka One"/>
                <a:sym typeface="Fredoka One"/>
              </a:rPr>
              <a:t>March 2024</a:t>
            </a:r>
            <a:endParaRPr b="1" sz="1800">
              <a:solidFill>
                <a:schemeClr val="dk2"/>
              </a:solidFill>
              <a:latin typeface="Fredoka One"/>
              <a:ea typeface="Fredoka One"/>
              <a:cs typeface="Fredoka One"/>
              <a:sym typeface="Fredoka One"/>
            </a:endParaRPr>
          </a:p>
        </p:txBody>
      </p:sp>
      <p:sp>
        <p:nvSpPr>
          <p:cNvPr id="257" name="Google Shape;257;p27"/>
          <p:cNvSpPr txBox="1"/>
          <p:nvPr/>
        </p:nvSpPr>
        <p:spPr>
          <a:xfrm>
            <a:off x="4253275" y="840775"/>
            <a:ext cx="490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graphicFrame>
        <p:nvGraphicFramePr>
          <p:cNvPr id="258" name="Google Shape;258;p27"/>
          <p:cNvGraphicFramePr/>
          <p:nvPr/>
        </p:nvGraphicFramePr>
        <p:xfrm>
          <a:off x="2920850" y="696500"/>
          <a:ext cx="3000000" cy="3000000"/>
        </p:xfrm>
        <a:graphic>
          <a:graphicData uri="http://schemas.openxmlformats.org/drawingml/2006/table">
            <a:tbl>
              <a:tblPr>
                <a:noFill/>
                <a:tableStyleId>{8B86D005-5666-499A-8BB1-90F13F6949E7}</a:tableStyleId>
              </a:tblPr>
              <a:tblGrid>
                <a:gridCol w="847150"/>
                <a:gridCol w="847150"/>
                <a:gridCol w="847150"/>
                <a:gridCol w="847150"/>
                <a:gridCol w="847150"/>
                <a:gridCol w="847150"/>
                <a:gridCol w="847150"/>
              </a:tblGrid>
              <a:tr h="524575">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30</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31</a:t>
                      </a:r>
                      <a:endParaRPr sz="500">
                        <a:solidFill>
                          <a:srgbClr val="CCCCCC"/>
                        </a:solidFill>
                        <a:latin typeface="Fredoka One"/>
                        <a:ea typeface="Fredoka One"/>
                        <a:cs typeface="Fredoka One"/>
                        <a:sym typeface="Fredoka One"/>
                      </a:endParaRPr>
                    </a:p>
                    <a:p>
                      <a:pPr indent="0" lvl="0" marL="0" rtl="0" algn="l">
                        <a:spcBef>
                          <a:spcPts val="0"/>
                        </a:spcBef>
                        <a:spcAft>
                          <a:spcPts val="0"/>
                        </a:spcAft>
                        <a:buNone/>
                      </a:pPr>
                      <a:r>
                        <a:t/>
                      </a:r>
                      <a:endParaRPr sz="500">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04</a:t>
                      </a:r>
                      <a:endParaRPr>
                        <a:latin typeface="Fredoka One"/>
                        <a:ea typeface="Fredoka One"/>
                        <a:cs typeface="Fredoka One"/>
                        <a:sym typeface="Fredoka One"/>
                      </a:endParaRPr>
                    </a:p>
                    <a:p>
                      <a:pPr indent="0" lvl="0" marL="0" rtl="0" algn="l">
                        <a:spcBef>
                          <a:spcPts val="0"/>
                        </a:spcBef>
                        <a:spcAft>
                          <a:spcPts val="0"/>
                        </a:spcAft>
                        <a:buNone/>
                      </a:pPr>
                      <a:r>
                        <a:rPr lang="en-GB" sz="500">
                          <a:latin typeface="Fredoka One"/>
                          <a:ea typeface="Fredoka One"/>
                          <a:cs typeface="Fredoka One"/>
                          <a:sym typeface="Fredoka One"/>
                        </a:rPr>
                        <a:t>Family meetup (09:30 - 12:00)</a:t>
                      </a:r>
                      <a:endParaRPr sz="5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05</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06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12</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13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19</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20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26</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27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01</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02</a:t>
                      </a:r>
                      <a:endParaRPr>
                        <a:solidFill>
                          <a:srgbClr val="CCCCCC"/>
                        </a:solidFill>
                        <a:latin typeface="Fredoka One"/>
                        <a:ea typeface="Fredoka One"/>
                        <a:cs typeface="Fredoka One"/>
                        <a:sym typeface="Fredoka One"/>
                      </a:endParaRPr>
                    </a:p>
                  </a:txBody>
                  <a:tcPr marT="91425" marB="91425" marR="91425" marL="91425"/>
                </a:tc>
              </a:tr>
            </a:tbl>
          </a:graphicData>
        </a:graphic>
      </p:graphicFrame>
      <p:sp>
        <p:nvSpPr>
          <p:cNvPr id="259" name="Google Shape;259;p27"/>
          <p:cNvSpPr txBox="1"/>
          <p:nvPr/>
        </p:nvSpPr>
        <p:spPr>
          <a:xfrm>
            <a:off x="5009125" y="3393700"/>
            <a:ext cx="1753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VIEW FULL &gt; </a:t>
            </a:r>
            <a:endParaRPr sz="1800">
              <a:solidFill>
                <a:schemeClr val="dk1"/>
              </a:solidFill>
              <a:latin typeface="Lexend"/>
              <a:ea typeface="Lexend"/>
              <a:cs typeface="Lexend"/>
              <a:sym typeface="Lexend"/>
            </a:endParaRPr>
          </a:p>
        </p:txBody>
      </p:sp>
      <p:sp>
        <p:nvSpPr>
          <p:cNvPr id="260" name="Google Shape;260;p27"/>
          <p:cNvSpPr/>
          <p:nvPr/>
        </p:nvSpPr>
        <p:spPr>
          <a:xfrm>
            <a:off x="3476825" y="3825613"/>
            <a:ext cx="4726800" cy="87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Schedule Event</a:t>
            </a:r>
            <a:endParaRPr sz="2100">
              <a:solidFill>
                <a:srgbClr val="FFFFFF"/>
              </a:solidFill>
              <a:latin typeface="Fredoka One"/>
              <a:ea typeface="Fredoka One"/>
              <a:cs typeface="Fredoka One"/>
              <a:sym typeface="Fredoka One"/>
            </a:endParaRPr>
          </a:p>
        </p:txBody>
      </p:sp>
      <p:sp>
        <p:nvSpPr>
          <p:cNvPr id="261" name="Google Shape;261;p27"/>
          <p:cNvSpPr txBox="1"/>
          <p:nvPr/>
        </p:nvSpPr>
        <p:spPr>
          <a:xfrm>
            <a:off x="292085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Monday</a:t>
            </a:r>
            <a:endParaRPr sz="1000">
              <a:solidFill>
                <a:schemeClr val="dk2"/>
              </a:solidFill>
              <a:latin typeface="Fredoka One"/>
              <a:ea typeface="Fredoka One"/>
              <a:cs typeface="Fredoka One"/>
              <a:sym typeface="Fredoka One"/>
            </a:endParaRPr>
          </a:p>
        </p:txBody>
      </p:sp>
      <p:sp>
        <p:nvSpPr>
          <p:cNvPr id="262" name="Google Shape;262;p27"/>
          <p:cNvSpPr txBox="1"/>
          <p:nvPr/>
        </p:nvSpPr>
        <p:spPr>
          <a:xfrm>
            <a:off x="376800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Tuesday</a:t>
            </a:r>
            <a:endParaRPr sz="1000">
              <a:solidFill>
                <a:schemeClr val="dk2"/>
              </a:solidFill>
              <a:latin typeface="Fredoka One"/>
              <a:ea typeface="Fredoka One"/>
              <a:cs typeface="Fredoka One"/>
              <a:sym typeface="Fredoka One"/>
            </a:endParaRPr>
          </a:p>
        </p:txBody>
      </p:sp>
      <p:sp>
        <p:nvSpPr>
          <p:cNvPr id="263" name="Google Shape;263;p27"/>
          <p:cNvSpPr txBox="1"/>
          <p:nvPr/>
        </p:nvSpPr>
        <p:spPr>
          <a:xfrm>
            <a:off x="4615150" y="408500"/>
            <a:ext cx="904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Wednesday</a:t>
            </a:r>
            <a:endParaRPr sz="1000">
              <a:solidFill>
                <a:schemeClr val="dk2"/>
              </a:solidFill>
              <a:latin typeface="Fredoka One"/>
              <a:ea typeface="Fredoka One"/>
              <a:cs typeface="Fredoka One"/>
              <a:sym typeface="Fredoka One"/>
            </a:endParaRPr>
          </a:p>
        </p:txBody>
      </p:sp>
      <p:sp>
        <p:nvSpPr>
          <p:cNvPr id="264" name="Google Shape;264;p27"/>
          <p:cNvSpPr txBox="1"/>
          <p:nvPr/>
        </p:nvSpPr>
        <p:spPr>
          <a:xfrm>
            <a:off x="54621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Thursday</a:t>
            </a:r>
            <a:endParaRPr sz="1000">
              <a:solidFill>
                <a:schemeClr val="dk2"/>
              </a:solidFill>
              <a:latin typeface="Fredoka One"/>
              <a:ea typeface="Fredoka One"/>
              <a:cs typeface="Fredoka One"/>
              <a:sym typeface="Fredoka One"/>
            </a:endParaRPr>
          </a:p>
        </p:txBody>
      </p:sp>
      <p:sp>
        <p:nvSpPr>
          <p:cNvPr id="265" name="Google Shape;265;p27"/>
          <p:cNvSpPr txBox="1"/>
          <p:nvPr/>
        </p:nvSpPr>
        <p:spPr>
          <a:xfrm>
            <a:off x="63003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Fri</a:t>
            </a:r>
            <a:r>
              <a:rPr lang="en-GB" sz="1000">
                <a:solidFill>
                  <a:schemeClr val="dk2"/>
                </a:solidFill>
                <a:latin typeface="Fredoka One"/>
                <a:ea typeface="Fredoka One"/>
                <a:cs typeface="Fredoka One"/>
                <a:sym typeface="Fredoka One"/>
              </a:rPr>
              <a:t>day</a:t>
            </a:r>
            <a:endParaRPr sz="1000">
              <a:solidFill>
                <a:schemeClr val="dk2"/>
              </a:solidFill>
              <a:latin typeface="Fredoka One"/>
              <a:ea typeface="Fredoka One"/>
              <a:cs typeface="Fredoka One"/>
              <a:sym typeface="Fredoka One"/>
            </a:endParaRPr>
          </a:p>
        </p:txBody>
      </p:sp>
      <p:sp>
        <p:nvSpPr>
          <p:cNvPr id="266" name="Google Shape;266;p27"/>
          <p:cNvSpPr txBox="1"/>
          <p:nvPr/>
        </p:nvSpPr>
        <p:spPr>
          <a:xfrm>
            <a:off x="71385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Satur</a:t>
            </a:r>
            <a:r>
              <a:rPr lang="en-GB" sz="1000">
                <a:solidFill>
                  <a:schemeClr val="dk2"/>
                </a:solidFill>
                <a:latin typeface="Fredoka One"/>
                <a:ea typeface="Fredoka One"/>
                <a:cs typeface="Fredoka One"/>
                <a:sym typeface="Fredoka One"/>
              </a:rPr>
              <a:t>day</a:t>
            </a:r>
            <a:endParaRPr sz="1000">
              <a:solidFill>
                <a:schemeClr val="dk2"/>
              </a:solidFill>
              <a:latin typeface="Fredoka One"/>
              <a:ea typeface="Fredoka One"/>
              <a:cs typeface="Fredoka One"/>
              <a:sym typeface="Fredoka One"/>
            </a:endParaRPr>
          </a:p>
        </p:txBody>
      </p:sp>
      <p:sp>
        <p:nvSpPr>
          <p:cNvPr id="267" name="Google Shape;267;p27"/>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268" name="Google Shape;268;p27"/>
          <p:cNvSpPr txBox="1"/>
          <p:nvPr/>
        </p:nvSpPr>
        <p:spPr>
          <a:xfrm>
            <a:off x="79767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Sunday</a:t>
            </a:r>
            <a:endParaRPr sz="1000">
              <a:solidFill>
                <a:schemeClr val="dk2"/>
              </a:solidFill>
              <a:latin typeface="Fredoka One"/>
              <a:ea typeface="Fredoka One"/>
              <a:cs typeface="Fredoka One"/>
              <a:sym typeface="Fredoka One"/>
            </a:endParaRPr>
          </a:p>
        </p:txBody>
      </p:sp>
      <p:sp>
        <p:nvSpPr>
          <p:cNvPr id="269" name="Google Shape;269;p27"/>
          <p:cNvSpPr/>
          <p:nvPr/>
        </p:nvSpPr>
        <p:spPr>
          <a:xfrm>
            <a:off x="279225" y="16011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70" name="Google Shape;270;p27"/>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271" name="Google Shape;271;p27"/>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Calendar</a:t>
            </a:r>
            <a:endParaRPr sz="1800">
              <a:solidFill>
                <a:schemeClr val="dk1"/>
              </a:solidFill>
              <a:latin typeface="Fredoka One"/>
              <a:ea typeface="Fredoka One"/>
              <a:cs typeface="Fredoka One"/>
              <a:sym typeface="Fredoka One"/>
            </a:endParaRPr>
          </a:p>
        </p:txBody>
      </p:sp>
      <p:sp>
        <p:nvSpPr>
          <p:cNvPr id="272" name="Google Shape;272;p27"/>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273" name="Google Shape;273;p27"/>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274" name="Google Shape;274;p27"/>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275" name="Google Shape;275;p27"/>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276" name="Google Shape;276;p27"/>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277" name="Google Shape;277;p27"/>
          <p:cNvSpPr txBox="1"/>
          <p:nvPr/>
        </p:nvSpPr>
        <p:spPr>
          <a:xfrm>
            <a:off x="0" y="-10988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Calendar</a:t>
            </a:r>
            <a:r>
              <a:rPr lang="en-GB" sz="3300">
                <a:solidFill>
                  <a:schemeClr val="dk2"/>
                </a:solidFill>
                <a:latin typeface="Fredoka One"/>
                <a:ea typeface="Fredoka One"/>
                <a:cs typeface="Fredoka One"/>
                <a:sym typeface="Fredoka One"/>
              </a:rPr>
              <a:t> Page</a:t>
            </a:r>
            <a:endParaRPr sz="3300">
              <a:solidFill>
                <a:schemeClr val="dk2"/>
              </a:solidFill>
              <a:latin typeface="Fredoka One"/>
              <a:ea typeface="Fredoka One"/>
              <a:cs typeface="Fredoka One"/>
              <a:sym typeface="Fredoka On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8"/>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Ziggy Ward </a:t>
            </a:r>
            <a:endParaRPr sz="500">
              <a:solidFill>
                <a:schemeClr val="dk2"/>
              </a:solidFill>
            </a:endParaRPr>
          </a:p>
        </p:txBody>
      </p:sp>
      <p:sp>
        <p:nvSpPr>
          <p:cNvPr id="283" name="Google Shape;283;p28"/>
          <p:cNvSpPr txBox="1"/>
          <p:nvPr/>
        </p:nvSpPr>
        <p:spPr>
          <a:xfrm>
            <a:off x="2973200" y="-27400"/>
            <a:ext cx="5719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Fredoka One"/>
                <a:ea typeface="Fredoka One"/>
                <a:cs typeface="Fredoka One"/>
                <a:sym typeface="Fredoka One"/>
              </a:rPr>
              <a:t>March 2024</a:t>
            </a:r>
            <a:endParaRPr b="1" sz="1800">
              <a:solidFill>
                <a:schemeClr val="dk2"/>
              </a:solidFill>
              <a:latin typeface="Fredoka One"/>
              <a:ea typeface="Fredoka One"/>
              <a:cs typeface="Fredoka One"/>
              <a:sym typeface="Fredoka One"/>
            </a:endParaRPr>
          </a:p>
        </p:txBody>
      </p:sp>
      <p:sp>
        <p:nvSpPr>
          <p:cNvPr id="284" name="Google Shape;284;p28"/>
          <p:cNvSpPr txBox="1"/>
          <p:nvPr/>
        </p:nvSpPr>
        <p:spPr>
          <a:xfrm>
            <a:off x="4253275" y="840775"/>
            <a:ext cx="490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graphicFrame>
        <p:nvGraphicFramePr>
          <p:cNvPr id="285" name="Google Shape;285;p28"/>
          <p:cNvGraphicFramePr/>
          <p:nvPr/>
        </p:nvGraphicFramePr>
        <p:xfrm>
          <a:off x="2920850" y="696500"/>
          <a:ext cx="3000000" cy="3000000"/>
        </p:xfrm>
        <a:graphic>
          <a:graphicData uri="http://schemas.openxmlformats.org/drawingml/2006/table">
            <a:tbl>
              <a:tblPr>
                <a:noFill/>
                <a:tableStyleId>{8B86D005-5666-499A-8BB1-90F13F6949E7}</a:tableStyleId>
              </a:tblPr>
              <a:tblGrid>
                <a:gridCol w="847150"/>
                <a:gridCol w="847150"/>
                <a:gridCol w="847150"/>
                <a:gridCol w="847150"/>
                <a:gridCol w="847150"/>
                <a:gridCol w="847150"/>
                <a:gridCol w="847150"/>
              </a:tblGrid>
              <a:tr h="856975">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30</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31</a:t>
                      </a:r>
                      <a:endParaRPr sz="500">
                        <a:solidFill>
                          <a:srgbClr val="CCCCCC"/>
                        </a:solidFill>
                        <a:latin typeface="Fredoka One"/>
                        <a:ea typeface="Fredoka One"/>
                        <a:cs typeface="Fredoka One"/>
                        <a:sym typeface="Fredoka One"/>
                      </a:endParaRPr>
                    </a:p>
                    <a:p>
                      <a:pPr indent="0" lvl="0" marL="0" rtl="0" algn="l">
                        <a:spcBef>
                          <a:spcPts val="0"/>
                        </a:spcBef>
                        <a:spcAft>
                          <a:spcPts val="0"/>
                        </a:spcAft>
                        <a:buNone/>
                      </a:pPr>
                      <a:r>
                        <a:t/>
                      </a:r>
                      <a:endParaRPr sz="500">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04</a:t>
                      </a:r>
                      <a:endParaRPr>
                        <a:latin typeface="Fredoka One"/>
                        <a:ea typeface="Fredoka One"/>
                        <a:cs typeface="Fredoka One"/>
                        <a:sym typeface="Fredoka One"/>
                      </a:endParaRPr>
                    </a:p>
                    <a:p>
                      <a:pPr indent="0" lvl="0" marL="0" rtl="0" algn="l">
                        <a:spcBef>
                          <a:spcPts val="0"/>
                        </a:spcBef>
                        <a:spcAft>
                          <a:spcPts val="0"/>
                        </a:spcAft>
                        <a:buNone/>
                      </a:pPr>
                      <a:r>
                        <a:rPr lang="en-GB" sz="700">
                          <a:latin typeface="Fredoka One"/>
                          <a:ea typeface="Fredoka One"/>
                          <a:cs typeface="Fredoka One"/>
                          <a:sym typeface="Fredoka One"/>
                        </a:rPr>
                        <a:t>Family meetup (09:30 - 12:00)</a:t>
                      </a:r>
                      <a:endParaRPr sz="7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05</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06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12</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13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19</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20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26</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27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01</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02</a:t>
                      </a:r>
                      <a:endParaRPr>
                        <a:solidFill>
                          <a:srgbClr val="CCCCCC"/>
                        </a:solidFill>
                        <a:latin typeface="Fredoka One"/>
                        <a:ea typeface="Fredoka One"/>
                        <a:cs typeface="Fredoka One"/>
                        <a:sym typeface="Fredoka One"/>
                      </a:endParaRPr>
                    </a:p>
                  </a:txBody>
                  <a:tcPr marT="91425" marB="91425" marR="91425" marL="91425"/>
                </a:tc>
              </a:tr>
            </a:tbl>
          </a:graphicData>
        </a:graphic>
      </p:graphicFrame>
      <p:sp>
        <p:nvSpPr>
          <p:cNvPr id="286" name="Google Shape;286;p28"/>
          <p:cNvSpPr txBox="1"/>
          <p:nvPr/>
        </p:nvSpPr>
        <p:spPr>
          <a:xfrm>
            <a:off x="292085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Monday</a:t>
            </a:r>
            <a:endParaRPr sz="1000">
              <a:solidFill>
                <a:schemeClr val="dk2"/>
              </a:solidFill>
              <a:latin typeface="Fredoka One"/>
              <a:ea typeface="Fredoka One"/>
              <a:cs typeface="Fredoka One"/>
              <a:sym typeface="Fredoka One"/>
            </a:endParaRPr>
          </a:p>
        </p:txBody>
      </p:sp>
      <p:sp>
        <p:nvSpPr>
          <p:cNvPr id="287" name="Google Shape;287;p28"/>
          <p:cNvSpPr txBox="1"/>
          <p:nvPr/>
        </p:nvSpPr>
        <p:spPr>
          <a:xfrm>
            <a:off x="376800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Tuesday</a:t>
            </a:r>
            <a:endParaRPr sz="1000">
              <a:solidFill>
                <a:schemeClr val="dk2"/>
              </a:solidFill>
              <a:latin typeface="Fredoka One"/>
              <a:ea typeface="Fredoka One"/>
              <a:cs typeface="Fredoka One"/>
              <a:sym typeface="Fredoka One"/>
            </a:endParaRPr>
          </a:p>
        </p:txBody>
      </p:sp>
      <p:sp>
        <p:nvSpPr>
          <p:cNvPr id="288" name="Google Shape;288;p28"/>
          <p:cNvSpPr txBox="1"/>
          <p:nvPr/>
        </p:nvSpPr>
        <p:spPr>
          <a:xfrm>
            <a:off x="4615150" y="408500"/>
            <a:ext cx="904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Wednesday</a:t>
            </a:r>
            <a:endParaRPr sz="1000">
              <a:solidFill>
                <a:schemeClr val="dk2"/>
              </a:solidFill>
              <a:latin typeface="Fredoka One"/>
              <a:ea typeface="Fredoka One"/>
              <a:cs typeface="Fredoka One"/>
              <a:sym typeface="Fredoka One"/>
            </a:endParaRPr>
          </a:p>
        </p:txBody>
      </p:sp>
      <p:sp>
        <p:nvSpPr>
          <p:cNvPr id="289" name="Google Shape;289;p28"/>
          <p:cNvSpPr txBox="1"/>
          <p:nvPr/>
        </p:nvSpPr>
        <p:spPr>
          <a:xfrm>
            <a:off x="54621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Thursday</a:t>
            </a:r>
            <a:endParaRPr sz="1000">
              <a:solidFill>
                <a:schemeClr val="dk2"/>
              </a:solidFill>
              <a:latin typeface="Fredoka One"/>
              <a:ea typeface="Fredoka One"/>
              <a:cs typeface="Fredoka One"/>
              <a:sym typeface="Fredoka One"/>
            </a:endParaRPr>
          </a:p>
        </p:txBody>
      </p:sp>
      <p:sp>
        <p:nvSpPr>
          <p:cNvPr id="290" name="Google Shape;290;p28"/>
          <p:cNvSpPr txBox="1"/>
          <p:nvPr/>
        </p:nvSpPr>
        <p:spPr>
          <a:xfrm>
            <a:off x="63003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Friday</a:t>
            </a:r>
            <a:endParaRPr sz="1000">
              <a:solidFill>
                <a:schemeClr val="dk2"/>
              </a:solidFill>
              <a:latin typeface="Fredoka One"/>
              <a:ea typeface="Fredoka One"/>
              <a:cs typeface="Fredoka One"/>
              <a:sym typeface="Fredoka One"/>
            </a:endParaRPr>
          </a:p>
        </p:txBody>
      </p:sp>
      <p:sp>
        <p:nvSpPr>
          <p:cNvPr id="291" name="Google Shape;291;p28"/>
          <p:cNvSpPr txBox="1"/>
          <p:nvPr/>
        </p:nvSpPr>
        <p:spPr>
          <a:xfrm>
            <a:off x="71385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Saturday</a:t>
            </a:r>
            <a:endParaRPr sz="1000">
              <a:solidFill>
                <a:schemeClr val="dk2"/>
              </a:solidFill>
              <a:latin typeface="Fredoka One"/>
              <a:ea typeface="Fredoka One"/>
              <a:cs typeface="Fredoka One"/>
              <a:sym typeface="Fredoka One"/>
            </a:endParaRPr>
          </a:p>
        </p:txBody>
      </p:sp>
      <p:sp>
        <p:nvSpPr>
          <p:cNvPr id="292" name="Google Shape;292;p28"/>
          <p:cNvSpPr txBox="1"/>
          <p:nvPr/>
        </p:nvSpPr>
        <p:spPr>
          <a:xfrm>
            <a:off x="79767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Sunday</a:t>
            </a:r>
            <a:endParaRPr sz="1000">
              <a:solidFill>
                <a:schemeClr val="dk2"/>
              </a:solidFill>
              <a:latin typeface="Fredoka One"/>
              <a:ea typeface="Fredoka One"/>
              <a:cs typeface="Fredoka One"/>
              <a:sym typeface="Fredoka One"/>
            </a:endParaRPr>
          </a:p>
        </p:txBody>
      </p:sp>
      <p:sp>
        <p:nvSpPr>
          <p:cNvPr id="293" name="Google Shape;293;p28"/>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294" name="Google Shape;294;p28"/>
          <p:cNvSpPr txBox="1"/>
          <p:nvPr/>
        </p:nvSpPr>
        <p:spPr>
          <a:xfrm>
            <a:off x="5033900" y="4787875"/>
            <a:ext cx="15981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HIDE ^ </a:t>
            </a:r>
            <a:endParaRPr sz="1800">
              <a:solidFill>
                <a:schemeClr val="dk1"/>
              </a:solidFill>
              <a:latin typeface="Lexend"/>
              <a:ea typeface="Lexend"/>
              <a:cs typeface="Lexend"/>
              <a:sym typeface="Lexend"/>
            </a:endParaRPr>
          </a:p>
        </p:txBody>
      </p:sp>
      <p:sp>
        <p:nvSpPr>
          <p:cNvPr id="295" name="Google Shape;295;p28"/>
          <p:cNvSpPr/>
          <p:nvPr/>
        </p:nvSpPr>
        <p:spPr>
          <a:xfrm>
            <a:off x="279225" y="16011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6" name="Google Shape;296;p28"/>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297" name="Google Shape;297;p28"/>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Calendar</a:t>
            </a:r>
            <a:endParaRPr sz="1800">
              <a:solidFill>
                <a:schemeClr val="dk1"/>
              </a:solidFill>
              <a:latin typeface="Fredoka One"/>
              <a:ea typeface="Fredoka One"/>
              <a:cs typeface="Fredoka One"/>
              <a:sym typeface="Fredoka One"/>
            </a:endParaRPr>
          </a:p>
        </p:txBody>
      </p:sp>
      <p:sp>
        <p:nvSpPr>
          <p:cNvPr id="298" name="Google Shape;298;p28"/>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299" name="Google Shape;299;p28"/>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300" name="Google Shape;300;p28"/>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301" name="Google Shape;301;p28"/>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302" name="Google Shape;302;p28"/>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303" name="Google Shape;303;p28"/>
          <p:cNvSpPr txBox="1"/>
          <p:nvPr/>
        </p:nvSpPr>
        <p:spPr>
          <a:xfrm>
            <a:off x="0" y="-13744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Calendar Page after pressing “Show Full”</a:t>
            </a:r>
            <a:endParaRPr sz="3300">
              <a:solidFill>
                <a:schemeClr val="dk2"/>
              </a:solidFill>
              <a:latin typeface="Fredoka One"/>
              <a:ea typeface="Fredoka One"/>
              <a:cs typeface="Fredoka One"/>
              <a:sym typeface="Fredoka On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9"/>
          <p:cNvSpPr/>
          <p:nvPr/>
        </p:nvSpPr>
        <p:spPr>
          <a:xfrm>
            <a:off x="2620025" y="0"/>
            <a:ext cx="6357600" cy="488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29"/>
          <p:cNvSpPr/>
          <p:nvPr/>
        </p:nvSpPr>
        <p:spPr>
          <a:xfrm>
            <a:off x="3850" y="0"/>
            <a:ext cx="24555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310" name="Google Shape;310;p29"/>
          <p:cNvSpPr/>
          <p:nvPr/>
        </p:nvSpPr>
        <p:spPr>
          <a:xfrm>
            <a:off x="279225" y="21287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1" name="Google Shape;311;p29"/>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312" name="Google Shape;312;p29"/>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313" name="Google Shape;313;p29"/>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Health</a:t>
            </a:r>
            <a:endParaRPr sz="1800">
              <a:solidFill>
                <a:schemeClr val="dk1"/>
              </a:solidFill>
              <a:latin typeface="Fredoka One"/>
              <a:ea typeface="Fredoka One"/>
              <a:cs typeface="Fredoka One"/>
              <a:sym typeface="Fredoka One"/>
            </a:endParaRPr>
          </a:p>
        </p:txBody>
      </p:sp>
      <p:sp>
        <p:nvSpPr>
          <p:cNvPr id="314" name="Google Shape;314;p29"/>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315" name="Google Shape;315;p29"/>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316" name="Google Shape;316;p29"/>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317" name="Google Shape;317;p29"/>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318" name="Google Shape;318;p29"/>
          <p:cNvSpPr txBox="1"/>
          <p:nvPr/>
        </p:nvSpPr>
        <p:spPr>
          <a:xfrm>
            <a:off x="0" y="-13744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Health Page</a:t>
            </a:r>
            <a:endParaRPr sz="3300">
              <a:solidFill>
                <a:schemeClr val="dk2"/>
              </a:solidFill>
              <a:latin typeface="Fredoka One"/>
              <a:ea typeface="Fredoka One"/>
              <a:cs typeface="Fredoka One"/>
              <a:sym typeface="Fredoka One"/>
            </a:endParaRPr>
          </a:p>
        </p:txBody>
      </p:sp>
      <p:sp>
        <p:nvSpPr>
          <p:cNvPr id="319" name="Google Shape;319;p29"/>
          <p:cNvSpPr txBox="1"/>
          <p:nvPr/>
        </p:nvSpPr>
        <p:spPr>
          <a:xfrm>
            <a:off x="4538825" y="-14050"/>
            <a:ext cx="25200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900">
                <a:solidFill>
                  <a:schemeClr val="lt1"/>
                </a:solidFill>
                <a:latin typeface="Fredoka One"/>
                <a:ea typeface="Fredoka One"/>
                <a:cs typeface="Fredoka One"/>
                <a:sym typeface="Fredoka One"/>
              </a:rPr>
              <a:t>Medical Overview</a:t>
            </a:r>
            <a:endParaRPr sz="1900">
              <a:solidFill>
                <a:schemeClr val="lt1"/>
              </a:solidFill>
              <a:latin typeface="Fredoka One"/>
              <a:ea typeface="Fredoka One"/>
              <a:cs typeface="Fredoka One"/>
              <a:sym typeface="Fredoka One"/>
            </a:endParaRPr>
          </a:p>
          <a:p>
            <a:pPr indent="0" lvl="0" marL="0" rtl="0" algn="ctr">
              <a:spcBef>
                <a:spcPts val="0"/>
              </a:spcBef>
              <a:spcAft>
                <a:spcPts val="0"/>
              </a:spcAft>
              <a:buNone/>
            </a:pPr>
            <a:r>
              <a:t/>
            </a:r>
            <a:endParaRPr sz="1800">
              <a:solidFill>
                <a:schemeClr val="dk1"/>
              </a:solidFill>
              <a:latin typeface="Fredoka One"/>
              <a:ea typeface="Fredoka One"/>
              <a:cs typeface="Fredoka One"/>
              <a:sym typeface="Fredoka One"/>
            </a:endParaRPr>
          </a:p>
          <a:p>
            <a:pPr indent="0" lvl="0" marL="457200" rtl="0" algn="ctr">
              <a:spcBef>
                <a:spcPts val="0"/>
              </a:spcBef>
              <a:spcAft>
                <a:spcPts val="0"/>
              </a:spcAft>
              <a:buNone/>
            </a:pPr>
            <a:r>
              <a:t/>
            </a:r>
            <a:endParaRPr sz="1500">
              <a:solidFill>
                <a:schemeClr val="dk1"/>
              </a:solidFill>
              <a:latin typeface="Fredoka One"/>
              <a:ea typeface="Fredoka One"/>
              <a:cs typeface="Fredoka One"/>
              <a:sym typeface="Fredoka One"/>
            </a:endParaRPr>
          </a:p>
        </p:txBody>
      </p:sp>
      <p:graphicFrame>
        <p:nvGraphicFramePr>
          <p:cNvPr id="320" name="Google Shape;320;p29"/>
          <p:cNvGraphicFramePr/>
          <p:nvPr/>
        </p:nvGraphicFramePr>
        <p:xfrm>
          <a:off x="2619963" y="851600"/>
          <a:ext cx="3000000" cy="3000000"/>
        </p:xfrm>
        <a:graphic>
          <a:graphicData uri="http://schemas.openxmlformats.org/drawingml/2006/table">
            <a:tbl>
              <a:tblPr>
                <a:noFill/>
                <a:tableStyleId>{8B86D005-5666-499A-8BB1-90F13F6949E7}</a:tableStyleId>
              </a:tblPr>
              <a:tblGrid>
                <a:gridCol w="2187825"/>
                <a:gridCol w="2030150"/>
                <a:gridCol w="2139700"/>
              </a:tblGrid>
              <a:tr h="381000">
                <a:tc>
                  <a:txBody>
                    <a:bodyPr/>
                    <a:lstStyle/>
                    <a:p>
                      <a:pPr indent="0" lvl="0" marL="0" rtl="0" algn="l">
                        <a:spcBef>
                          <a:spcPts val="0"/>
                        </a:spcBef>
                        <a:spcAft>
                          <a:spcPts val="0"/>
                        </a:spcAft>
                        <a:buNone/>
                      </a:pPr>
                      <a:r>
                        <a:rPr b="1" lang="en-GB" sz="1500">
                          <a:latin typeface="Fredoka One"/>
                          <a:ea typeface="Fredoka One"/>
                          <a:cs typeface="Fredoka One"/>
                          <a:sym typeface="Fredoka One"/>
                        </a:rPr>
                        <a:t>Condition</a:t>
                      </a:r>
                      <a:endParaRPr b="1" sz="15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b="1" lang="en-GB" sz="1500">
                          <a:latin typeface="Fredoka One"/>
                          <a:ea typeface="Fredoka One"/>
                          <a:cs typeface="Fredoka One"/>
                          <a:sym typeface="Fredoka One"/>
                        </a:rPr>
                        <a:t>Date</a:t>
                      </a:r>
                      <a:r>
                        <a:rPr lang="en-GB" sz="1500">
                          <a:latin typeface="Fredoka One"/>
                          <a:ea typeface="Fredoka One"/>
                          <a:cs typeface="Fredoka One"/>
                          <a:sym typeface="Fredoka One"/>
                        </a:rPr>
                        <a:t> </a:t>
                      </a:r>
                      <a:r>
                        <a:rPr b="1" lang="en-GB" sz="1500">
                          <a:latin typeface="Fredoka One"/>
                          <a:ea typeface="Fredoka One"/>
                          <a:cs typeface="Fredoka One"/>
                          <a:sym typeface="Fredoka One"/>
                        </a:rPr>
                        <a:t>Diagnosed</a:t>
                      </a:r>
                      <a:endParaRPr b="1" sz="15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b="1" lang="en-GB" sz="1500">
                          <a:latin typeface="Fredoka One"/>
                          <a:ea typeface="Fredoka One"/>
                          <a:cs typeface="Fredoka One"/>
                          <a:sym typeface="Fredoka One"/>
                        </a:rPr>
                        <a:t>Treatment(s)</a:t>
                      </a:r>
                      <a:endParaRPr b="1" sz="1500">
                        <a:latin typeface="Fredoka One"/>
                        <a:ea typeface="Fredoka One"/>
                        <a:cs typeface="Fredoka One"/>
                        <a:sym typeface="Fredoka One"/>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Osteoarthritis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12/04/2022</a:t>
                      </a:r>
                      <a:endParaRPr>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a:p>
                  </a:txBody>
                  <a:tcPr marT="91425" marB="91425" marR="91425" marL="91425"/>
                </a:tc>
                <a:tc>
                  <a:txBody>
                    <a:bodyPr/>
                    <a:lstStyle/>
                    <a:p>
                      <a:pPr indent="-317500" lvl="0" marL="269999" rtl="0" algn="l">
                        <a:spcBef>
                          <a:spcPts val="0"/>
                        </a:spcBef>
                        <a:spcAft>
                          <a:spcPts val="0"/>
                        </a:spcAft>
                        <a:buSzPts val="1400"/>
                        <a:buFont typeface="Fredoka One"/>
                        <a:buChar char="-"/>
                      </a:pPr>
                      <a:r>
                        <a:rPr lang="en-GB">
                          <a:latin typeface="Fredoka One"/>
                          <a:ea typeface="Fredoka One"/>
                          <a:cs typeface="Fredoka One"/>
                          <a:sym typeface="Fredoka One"/>
                        </a:rPr>
                        <a:t>Ibuprofen + PPI</a:t>
                      </a:r>
                      <a:endParaRPr>
                        <a:latin typeface="Fredoka One"/>
                        <a:ea typeface="Fredoka One"/>
                        <a:cs typeface="Fredoka One"/>
                        <a:sym typeface="Fredoka One"/>
                      </a:endParaRPr>
                    </a:p>
                    <a:p>
                      <a:pPr indent="-317500" lvl="0" marL="269999" rtl="0" algn="l">
                        <a:spcBef>
                          <a:spcPts val="0"/>
                        </a:spcBef>
                        <a:spcAft>
                          <a:spcPts val="0"/>
                        </a:spcAft>
                        <a:buSzPts val="1400"/>
                        <a:buFont typeface="Fredoka One"/>
                        <a:buChar char="-"/>
                      </a:pPr>
                      <a:r>
                        <a:rPr lang="en-GB">
                          <a:latin typeface="Fredoka One"/>
                          <a:ea typeface="Fredoka One"/>
                          <a:cs typeface="Fredoka One"/>
                          <a:sym typeface="Fredoka One"/>
                        </a:rPr>
                        <a:t>Regular exercise</a:t>
                      </a:r>
                      <a:endParaRPr>
                        <a:latin typeface="Fredoka One"/>
                        <a:ea typeface="Fredoka One"/>
                        <a:cs typeface="Fredoka One"/>
                        <a:sym typeface="Fredoka One"/>
                      </a:endParaRPr>
                    </a:p>
                  </a:txBody>
                  <a:tcPr marT="91425" marB="91425" marR="91425" marL="91425"/>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Alzheimer’s</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27/06/2023</a:t>
                      </a:r>
                      <a:endParaRPr>
                        <a:latin typeface="Fredoka One"/>
                        <a:ea typeface="Fredoka One"/>
                        <a:cs typeface="Fredoka One"/>
                        <a:sym typeface="Fredoka One"/>
                      </a:endParaRPr>
                    </a:p>
                  </a:txBody>
                  <a:tcPr marT="91425" marB="91425" marR="91425" marL="91425"/>
                </a:tc>
                <a:tc>
                  <a:txBody>
                    <a:bodyPr/>
                    <a:lstStyle/>
                    <a:p>
                      <a:pPr indent="-317500" lvl="0" marL="269999" rtl="0" algn="l">
                        <a:spcBef>
                          <a:spcPts val="0"/>
                        </a:spcBef>
                        <a:spcAft>
                          <a:spcPts val="0"/>
                        </a:spcAft>
                        <a:buSzPts val="1400"/>
                        <a:buFont typeface="Fredoka One"/>
                        <a:buChar char="-"/>
                      </a:pPr>
                      <a:r>
                        <a:rPr lang="en-GB">
                          <a:latin typeface="Fredoka One"/>
                          <a:ea typeface="Fredoka One"/>
                          <a:cs typeface="Fredoka One"/>
                          <a:sym typeface="Fredoka One"/>
                        </a:rPr>
                        <a:t>Aricept</a:t>
                      </a:r>
                      <a:endParaRPr>
                        <a:latin typeface="Fredoka One"/>
                        <a:ea typeface="Fredoka One"/>
                        <a:cs typeface="Fredoka One"/>
                        <a:sym typeface="Fredoka One"/>
                      </a:endParaRPr>
                    </a:p>
                    <a:p>
                      <a:pPr indent="-317500" lvl="0" marL="269999" rtl="0" algn="l">
                        <a:spcBef>
                          <a:spcPts val="0"/>
                        </a:spcBef>
                        <a:spcAft>
                          <a:spcPts val="0"/>
                        </a:spcAft>
                        <a:buSzPts val="1400"/>
                        <a:buFont typeface="Fredoka One"/>
                        <a:buChar char="-"/>
                      </a:pPr>
                      <a:r>
                        <a:rPr lang="en-GB">
                          <a:latin typeface="Fredoka One"/>
                          <a:ea typeface="Fredoka One"/>
                          <a:cs typeface="Fredoka One"/>
                          <a:sym typeface="Fredoka One"/>
                        </a:rPr>
                        <a:t>Music therapy</a:t>
                      </a:r>
                      <a:endParaRPr>
                        <a:latin typeface="Fredoka One"/>
                        <a:ea typeface="Fredoka One"/>
                        <a:cs typeface="Fredoka One"/>
                        <a:sym typeface="Fredoka One"/>
                      </a:endParaRPr>
                    </a:p>
                  </a:txBody>
                  <a:tcPr marT="91425" marB="91425" marR="91425" marL="91425"/>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Clinical Depression</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01/12/2021</a:t>
                      </a:r>
                      <a:endParaRPr>
                        <a:latin typeface="Fredoka One"/>
                        <a:ea typeface="Fredoka One"/>
                        <a:cs typeface="Fredoka One"/>
                        <a:sym typeface="Fredoka One"/>
                      </a:endParaRPr>
                    </a:p>
                  </a:txBody>
                  <a:tcPr marT="91425" marB="91425" marR="91425" marL="91425"/>
                </a:tc>
                <a:tc>
                  <a:txBody>
                    <a:bodyPr/>
                    <a:lstStyle/>
                    <a:p>
                      <a:pPr indent="-317500" lvl="0" marL="269999" rtl="0" algn="l">
                        <a:spcBef>
                          <a:spcPts val="0"/>
                        </a:spcBef>
                        <a:spcAft>
                          <a:spcPts val="0"/>
                        </a:spcAft>
                        <a:buSzPts val="1400"/>
                        <a:buFont typeface="Fredoka One"/>
                        <a:buChar char="-"/>
                      </a:pPr>
                      <a:r>
                        <a:rPr lang="en-GB">
                          <a:latin typeface="Fredoka One"/>
                          <a:ea typeface="Fredoka One"/>
                          <a:cs typeface="Fredoka One"/>
                          <a:sym typeface="Fredoka One"/>
                        </a:rPr>
                        <a:t>Lexapro</a:t>
                      </a:r>
                      <a:endParaRPr>
                        <a:latin typeface="Fredoka One"/>
                        <a:ea typeface="Fredoka One"/>
                        <a:cs typeface="Fredoka One"/>
                        <a:sym typeface="Fredoka One"/>
                      </a:endParaRPr>
                    </a:p>
                    <a:p>
                      <a:pPr indent="-317500" lvl="0" marL="269999" rtl="0" algn="l">
                        <a:spcBef>
                          <a:spcPts val="0"/>
                        </a:spcBef>
                        <a:spcAft>
                          <a:spcPts val="0"/>
                        </a:spcAft>
                        <a:buSzPts val="1400"/>
                        <a:buFont typeface="Fredoka One"/>
                        <a:buChar char="-"/>
                      </a:pPr>
                      <a:r>
                        <a:rPr lang="en-GB">
                          <a:latin typeface="Fredoka One"/>
                          <a:ea typeface="Fredoka One"/>
                          <a:cs typeface="Fredoka One"/>
                          <a:sym typeface="Fredoka One"/>
                        </a:rPr>
                        <a:t>CBT Therapy</a:t>
                      </a:r>
                      <a:endParaRPr>
                        <a:latin typeface="Fredoka One"/>
                        <a:ea typeface="Fredoka One"/>
                        <a:cs typeface="Fredoka One"/>
                        <a:sym typeface="Fredoka One"/>
                      </a:endParaRPr>
                    </a:p>
                  </a:txBody>
                  <a:tcPr marT="91425" marB="91425" marR="91425" marL="91425"/>
                </a:tc>
              </a:tr>
            </a:tbl>
          </a:graphicData>
        </a:graphic>
      </p:graphicFrame>
      <p:sp>
        <p:nvSpPr>
          <p:cNvPr id="321" name="Google Shape;321;p29"/>
          <p:cNvSpPr txBox="1"/>
          <p:nvPr/>
        </p:nvSpPr>
        <p:spPr>
          <a:xfrm>
            <a:off x="2620013" y="488100"/>
            <a:ext cx="6357600" cy="373500"/>
          </a:xfrm>
          <a:prstGeom prst="rect">
            <a:avLst/>
          </a:prstGeom>
          <a:no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a:solidFill>
                  <a:schemeClr val="dk1"/>
                </a:solidFill>
                <a:latin typeface="Fredoka One"/>
                <a:ea typeface="Fredoka One"/>
                <a:cs typeface="Fredoka One"/>
                <a:sym typeface="Fredoka One"/>
              </a:rPr>
              <a:t>Current Conditions</a:t>
            </a:r>
            <a:endParaRPr sz="1700">
              <a:solidFill>
                <a:schemeClr val="dk1"/>
              </a:solidFill>
              <a:latin typeface="Fredoka One"/>
              <a:ea typeface="Fredoka One"/>
              <a:cs typeface="Fredoka One"/>
              <a:sym typeface="Fredoka One"/>
            </a:endParaRPr>
          </a:p>
        </p:txBody>
      </p:sp>
      <p:sp>
        <p:nvSpPr>
          <p:cNvPr id="322" name="Google Shape;322;p29"/>
          <p:cNvSpPr txBox="1"/>
          <p:nvPr/>
        </p:nvSpPr>
        <p:spPr>
          <a:xfrm>
            <a:off x="5132475" y="2985075"/>
            <a:ext cx="1529100" cy="2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Lexend"/>
                <a:ea typeface="Lexend"/>
                <a:cs typeface="Lexend"/>
                <a:sym typeface="Lexend"/>
              </a:rPr>
              <a:t>Show All&gt;</a:t>
            </a:r>
            <a:endParaRPr sz="1800">
              <a:solidFill>
                <a:schemeClr val="dk2"/>
              </a:solidFill>
              <a:latin typeface="Lexend"/>
              <a:ea typeface="Lexend"/>
              <a:cs typeface="Lexend"/>
              <a:sym typeface="Lexend"/>
            </a:endParaRPr>
          </a:p>
        </p:txBody>
      </p:sp>
      <p:sp>
        <p:nvSpPr>
          <p:cNvPr id="323" name="Google Shape;323;p29"/>
          <p:cNvSpPr/>
          <p:nvPr/>
        </p:nvSpPr>
        <p:spPr>
          <a:xfrm>
            <a:off x="2713875" y="3469250"/>
            <a:ext cx="6263700" cy="1614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29"/>
          <p:cNvSpPr txBox="1"/>
          <p:nvPr/>
        </p:nvSpPr>
        <p:spPr>
          <a:xfrm>
            <a:off x="2713875" y="3473263"/>
            <a:ext cx="28242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latin typeface="Fredoka One"/>
                <a:ea typeface="Fredoka One"/>
                <a:cs typeface="Fredoka One"/>
                <a:sym typeface="Fredoka One"/>
              </a:rPr>
              <a:t>Doctor Contact Info</a:t>
            </a:r>
            <a:endParaRPr sz="1800" u="sng">
              <a:solidFill>
                <a:schemeClr val="dk2"/>
              </a:solidFill>
              <a:latin typeface="Fredoka One"/>
              <a:ea typeface="Fredoka One"/>
              <a:cs typeface="Fredoka One"/>
              <a:sym typeface="Fredoka One"/>
            </a:endParaRPr>
          </a:p>
        </p:txBody>
      </p:sp>
      <p:sp>
        <p:nvSpPr>
          <p:cNvPr id="325" name="Google Shape;325;p29"/>
          <p:cNvSpPr txBox="1"/>
          <p:nvPr/>
        </p:nvSpPr>
        <p:spPr>
          <a:xfrm>
            <a:off x="2713875" y="3798350"/>
            <a:ext cx="27075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Fredoka One"/>
                <a:ea typeface="Fredoka One"/>
                <a:cs typeface="Fredoka One"/>
                <a:sym typeface="Fredoka One"/>
              </a:rPr>
              <a:t>Phone: 0000 000 000</a:t>
            </a:r>
            <a:endParaRPr sz="1600">
              <a:solidFill>
                <a:schemeClr val="dk2"/>
              </a:solidFill>
              <a:latin typeface="Fredoka One"/>
              <a:ea typeface="Fredoka One"/>
              <a:cs typeface="Fredoka One"/>
              <a:sym typeface="Fredoka One"/>
            </a:endParaRPr>
          </a:p>
        </p:txBody>
      </p:sp>
      <p:sp>
        <p:nvSpPr>
          <p:cNvPr id="326" name="Google Shape;326;p29"/>
          <p:cNvSpPr txBox="1"/>
          <p:nvPr/>
        </p:nvSpPr>
        <p:spPr>
          <a:xfrm>
            <a:off x="2713875" y="4102900"/>
            <a:ext cx="29970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2"/>
                </a:solidFill>
                <a:latin typeface="Fredoka One"/>
                <a:ea typeface="Fredoka One"/>
                <a:cs typeface="Fredoka One"/>
                <a:sym typeface="Fredoka One"/>
              </a:rPr>
              <a:t>Email:</a:t>
            </a:r>
            <a:endParaRPr sz="16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600">
                <a:solidFill>
                  <a:schemeClr val="dk2"/>
                </a:solidFill>
                <a:latin typeface="Fredoka One"/>
                <a:ea typeface="Fredoka One"/>
                <a:cs typeface="Fredoka One"/>
                <a:sym typeface="Fredoka One"/>
              </a:rPr>
              <a:t>random@doctor.com.au</a:t>
            </a:r>
            <a:endParaRPr sz="1600">
              <a:solidFill>
                <a:schemeClr val="dk2"/>
              </a:solidFill>
              <a:latin typeface="Fredoka One"/>
              <a:ea typeface="Fredoka One"/>
              <a:cs typeface="Fredoka One"/>
              <a:sym typeface="Fredoka One"/>
            </a:endParaRPr>
          </a:p>
        </p:txBody>
      </p:sp>
      <p:sp>
        <p:nvSpPr>
          <p:cNvPr id="327" name="Google Shape;327;p29"/>
          <p:cNvSpPr txBox="1"/>
          <p:nvPr/>
        </p:nvSpPr>
        <p:spPr>
          <a:xfrm>
            <a:off x="5852200" y="3455200"/>
            <a:ext cx="28242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latin typeface="Fredoka One"/>
                <a:ea typeface="Fredoka One"/>
                <a:cs typeface="Fredoka One"/>
                <a:sym typeface="Fredoka One"/>
              </a:rPr>
              <a:t>Nearest Hospitals:</a:t>
            </a:r>
            <a:endParaRPr sz="1800" u="sng">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700">
                <a:solidFill>
                  <a:schemeClr val="dk2"/>
                </a:solidFill>
                <a:latin typeface="Fredoka One"/>
                <a:ea typeface="Fredoka One"/>
                <a:cs typeface="Fredoka One"/>
                <a:sym typeface="Fredoka One"/>
              </a:rPr>
              <a:t>Prince of Wales Hospital</a:t>
            </a:r>
            <a:endParaRPr sz="17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700">
                <a:solidFill>
                  <a:schemeClr val="dk2"/>
                </a:solidFill>
                <a:latin typeface="Fredoka One"/>
                <a:ea typeface="Fredoka One"/>
                <a:cs typeface="Fredoka One"/>
                <a:sym typeface="Fredoka One"/>
              </a:rPr>
              <a:t>Sydney Hospital</a:t>
            </a:r>
            <a:endParaRPr sz="1700">
              <a:solidFill>
                <a:schemeClr val="dk2"/>
              </a:solidFill>
              <a:latin typeface="Fredoka One"/>
              <a:ea typeface="Fredoka One"/>
              <a:cs typeface="Fredoka One"/>
              <a:sym typeface="Fredoka One"/>
            </a:endParaRPr>
          </a:p>
        </p:txBody>
      </p:sp>
      <p:sp>
        <p:nvSpPr>
          <p:cNvPr id="328" name="Google Shape;328;p29"/>
          <p:cNvSpPr/>
          <p:nvPr/>
        </p:nvSpPr>
        <p:spPr>
          <a:xfrm>
            <a:off x="2766725" y="4689225"/>
            <a:ext cx="1663200" cy="3429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501062" rtl="0" algn="ctr">
              <a:spcBef>
                <a:spcPts val="0"/>
              </a:spcBef>
              <a:spcAft>
                <a:spcPts val="0"/>
              </a:spcAft>
              <a:buNone/>
            </a:pPr>
            <a:r>
              <a:t/>
            </a:r>
            <a:endParaRPr/>
          </a:p>
        </p:txBody>
      </p:sp>
      <p:sp>
        <p:nvSpPr>
          <p:cNvPr id="329" name="Google Shape;329;p29"/>
          <p:cNvSpPr txBox="1"/>
          <p:nvPr/>
        </p:nvSpPr>
        <p:spPr>
          <a:xfrm>
            <a:off x="2752775" y="4655300"/>
            <a:ext cx="16911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lt1"/>
                </a:solidFill>
                <a:latin typeface="Fredoka One"/>
                <a:ea typeface="Fredoka One"/>
                <a:cs typeface="Fredoka One"/>
                <a:sym typeface="Fredoka One"/>
              </a:rPr>
              <a:t>Contact Now</a:t>
            </a:r>
            <a:endParaRPr sz="1700">
              <a:solidFill>
                <a:schemeClr val="lt1"/>
              </a:solidFill>
              <a:latin typeface="Fredoka One"/>
              <a:ea typeface="Fredoka One"/>
              <a:cs typeface="Fredoka One"/>
              <a:sym typeface="Fredoka One"/>
            </a:endParaRPr>
          </a:p>
        </p:txBody>
      </p:sp>
      <p:sp>
        <p:nvSpPr>
          <p:cNvPr id="330" name="Google Shape;330;p29"/>
          <p:cNvSpPr txBox="1"/>
          <p:nvPr/>
        </p:nvSpPr>
        <p:spPr>
          <a:xfrm>
            <a:off x="7877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0"/>
          <p:cNvSpPr/>
          <p:nvPr/>
        </p:nvSpPr>
        <p:spPr>
          <a:xfrm>
            <a:off x="5306850" y="109200"/>
            <a:ext cx="1460700" cy="662100"/>
          </a:xfrm>
          <a:prstGeom prst="round2SameRect">
            <a:avLst>
              <a:gd fmla="val 16667" name="adj1"/>
              <a:gd fmla="val 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30"/>
          <p:cNvSpPr txBox="1"/>
          <p:nvPr/>
        </p:nvSpPr>
        <p:spPr>
          <a:xfrm>
            <a:off x="5274600" y="109200"/>
            <a:ext cx="14607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rgbClr val="999999"/>
                </a:solidFill>
                <a:latin typeface="Fredoka One"/>
                <a:ea typeface="Fredoka One"/>
                <a:cs typeface="Fredoka One"/>
                <a:sym typeface="Fredoka One"/>
              </a:rPr>
              <a:t>Caretakers</a:t>
            </a:r>
            <a:endParaRPr sz="1800">
              <a:solidFill>
                <a:srgbClr val="999999"/>
              </a:solidFill>
              <a:latin typeface="Fredoka One"/>
              <a:ea typeface="Fredoka One"/>
              <a:cs typeface="Fredoka One"/>
              <a:sym typeface="Fredoka One"/>
            </a:endParaRPr>
          </a:p>
        </p:txBody>
      </p:sp>
      <p:sp>
        <p:nvSpPr>
          <p:cNvPr id="337" name="Google Shape;337;p30"/>
          <p:cNvSpPr/>
          <p:nvPr/>
        </p:nvSpPr>
        <p:spPr>
          <a:xfrm>
            <a:off x="4008850" y="109200"/>
            <a:ext cx="1323300" cy="6621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30"/>
          <p:cNvSpPr txBox="1"/>
          <p:nvPr/>
        </p:nvSpPr>
        <p:spPr>
          <a:xfrm>
            <a:off x="4071095" y="109200"/>
            <a:ext cx="11835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rgbClr val="666666"/>
                </a:solidFill>
                <a:latin typeface="Fredoka One"/>
                <a:ea typeface="Fredoka One"/>
                <a:cs typeface="Fredoka One"/>
                <a:sym typeface="Fredoka One"/>
              </a:rPr>
              <a:t>Friends</a:t>
            </a:r>
            <a:endParaRPr sz="1800">
              <a:solidFill>
                <a:srgbClr val="666666"/>
              </a:solidFill>
              <a:latin typeface="Fredoka One"/>
              <a:ea typeface="Fredoka One"/>
              <a:cs typeface="Fredoka One"/>
              <a:sym typeface="Fredoka One"/>
            </a:endParaRPr>
          </a:p>
        </p:txBody>
      </p:sp>
      <p:sp>
        <p:nvSpPr>
          <p:cNvPr id="339" name="Google Shape;339;p30"/>
          <p:cNvSpPr/>
          <p:nvPr/>
        </p:nvSpPr>
        <p:spPr>
          <a:xfrm>
            <a:off x="2695550" y="109200"/>
            <a:ext cx="1323300" cy="662100"/>
          </a:xfrm>
          <a:prstGeom prst="round2SameRect">
            <a:avLst>
              <a:gd fmla="val 16667" name="adj1"/>
              <a:gd fmla="val 0" name="adj2"/>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30"/>
          <p:cNvSpPr/>
          <p:nvPr/>
        </p:nvSpPr>
        <p:spPr>
          <a:xfrm>
            <a:off x="2695550" y="457850"/>
            <a:ext cx="6398400" cy="1855800"/>
          </a:xfrm>
          <a:prstGeom prst="roundRect">
            <a:avLst>
              <a:gd fmla="val 16667" name="adj"/>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41" name="Google Shape;341;p30"/>
          <p:cNvSpPr/>
          <p:nvPr/>
        </p:nvSpPr>
        <p:spPr>
          <a:xfrm>
            <a:off x="2816913"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342" name="Google Shape;342;p30"/>
          <p:cNvSpPr/>
          <p:nvPr/>
        </p:nvSpPr>
        <p:spPr>
          <a:xfrm>
            <a:off x="4397550"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343" name="Google Shape;343;p30"/>
          <p:cNvSpPr/>
          <p:nvPr/>
        </p:nvSpPr>
        <p:spPr>
          <a:xfrm>
            <a:off x="5977863"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344" name="Google Shape;344;p30"/>
          <p:cNvSpPr txBox="1"/>
          <p:nvPr/>
        </p:nvSpPr>
        <p:spPr>
          <a:xfrm>
            <a:off x="3134338"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345" name="Google Shape;345;p30"/>
          <p:cNvSpPr txBox="1"/>
          <p:nvPr/>
        </p:nvSpPr>
        <p:spPr>
          <a:xfrm>
            <a:off x="4715925"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346" name="Google Shape;346;p30"/>
          <p:cNvSpPr txBox="1"/>
          <p:nvPr/>
        </p:nvSpPr>
        <p:spPr>
          <a:xfrm>
            <a:off x="6297513"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347" name="Google Shape;347;p30"/>
          <p:cNvSpPr txBox="1"/>
          <p:nvPr/>
        </p:nvSpPr>
        <p:spPr>
          <a:xfrm>
            <a:off x="5125813" y="2325113"/>
            <a:ext cx="1460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2"/>
                </a:solidFill>
                <a:latin typeface="Lexend"/>
                <a:ea typeface="Lexend"/>
                <a:cs typeface="Lexend"/>
                <a:sym typeface="Lexend"/>
              </a:rPr>
              <a:t>VIEW ALL &gt;</a:t>
            </a:r>
            <a:endParaRPr sz="1600"/>
          </a:p>
        </p:txBody>
      </p:sp>
      <p:sp>
        <p:nvSpPr>
          <p:cNvPr id="348" name="Google Shape;348;p30"/>
          <p:cNvSpPr/>
          <p:nvPr/>
        </p:nvSpPr>
        <p:spPr>
          <a:xfrm>
            <a:off x="7558188"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349" name="Google Shape;349;p30"/>
          <p:cNvSpPr txBox="1"/>
          <p:nvPr/>
        </p:nvSpPr>
        <p:spPr>
          <a:xfrm>
            <a:off x="7877513"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350" name="Google Shape;350;p30"/>
          <p:cNvSpPr txBox="1"/>
          <p:nvPr/>
        </p:nvSpPr>
        <p:spPr>
          <a:xfrm>
            <a:off x="2804000" y="109200"/>
            <a:ext cx="11064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Fredoka One"/>
                <a:ea typeface="Fredoka One"/>
                <a:cs typeface="Fredoka One"/>
                <a:sym typeface="Fredoka One"/>
              </a:rPr>
              <a:t>Family</a:t>
            </a:r>
            <a:endParaRPr sz="1800">
              <a:solidFill>
                <a:schemeClr val="lt1"/>
              </a:solidFill>
              <a:latin typeface="Fredoka One"/>
              <a:ea typeface="Fredoka One"/>
              <a:cs typeface="Fredoka One"/>
              <a:sym typeface="Fredoka One"/>
            </a:endParaRPr>
          </a:p>
        </p:txBody>
      </p:sp>
      <p:sp>
        <p:nvSpPr>
          <p:cNvPr id="351" name="Google Shape;351;p30"/>
          <p:cNvSpPr/>
          <p:nvPr/>
        </p:nvSpPr>
        <p:spPr>
          <a:xfrm>
            <a:off x="6518300" y="3197500"/>
            <a:ext cx="2455500" cy="662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Add Contact</a:t>
            </a:r>
            <a:endParaRPr sz="2100">
              <a:solidFill>
                <a:srgbClr val="FFFFFF"/>
              </a:solidFill>
              <a:latin typeface="Fredoka One"/>
              <a:ea typeface="Fredoka One"/>
              <a:cs typeface="Fredoka One"/>
              <a:sym typeface="Fredoka One"/>
            </a:endParaRPr>
          </a:p>
        </p:txBody>
      </p:sp>
      <p:sp>
        <p:nvSpPr>
          <p:cNvPr id="352" name="Google Shape;352;p30"/>
          <p:cNvSpPr/>
          <p:nvPr/>
        </p:nvSpPr>
        <p:spPr>
          <a:xfrm>
            <a:off x="2804000" y="3176000"/>
            <a:ext cx="3418500" cy="1855800"/>
          </a:xfrm>
          <a:prstGeom prst="roundRect">
            <a:avLst>
              <a:gd fmla="val 9827" name="adj"/>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0"/>
          <p:cNvSpPr/>
          <p:nvPr/>
        </p:nvSpPr>
        <p:spPr>
          <a:xfrm>
            <a:off x="6518300" y="3938720"/>
            <a:ext cx="2455500" cy="662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Open Messages</a:t>
            </a:r>
            <a:endParaRPr sz="2100">
              <a:solidFill>
                <a:srgbClr val="FFFFFF"/>
              </a:solidFill>
              <a:latin typeface="Fredoka One"/>
              <a:ea typeface="Fredoka One"/>
              <a:cs typeface="Fredoka One"/>
              <a:sym typeface="Fredoka One"/>
            </a:endParaRPr>
          </a:p>
        </p:txBody>
      </p:sp>
      <p:sp>
        <p:nvSpPr>
          <p:cNvPr id="354" name="Google Shape;354;p30"/>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355" name="Google Shape;355;p30"/>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6" name="Google Shape;356;p30"/>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357" name="Google Shape;357;p30"/>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358" name="Google Shape;358;p30"/>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359" name="Google Shape;359;p30"/>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360" name="Google Shape;360;p30"/>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361" name="Google Shape;361;p30"/>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362" name="Google Shape;362;p30"/>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363" name="Google Shape;363;p30"/>
          <p:cNvSpPr txBox="1"/>
          <p:nvPr/>
        </p:nvSpPr>
        <p:spPr>
          <a:xfrm>
            <a:off x="2888813" y="2709375"/>
            <a:ext cx="21828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latin typeface="Fredoka One"/>
                <a:ea typeface="Fredoka One"/>
                <a:cs typeface="Fredoka One"/>
                <a:sym typeface="Fredoka One"/>
              </a:rPr>
              <a:t>Recent Messages</a:t>
            </a:r>
            <a:endParaRPr sz="1800">
              <a:solidFill>
                <a:schemeClr val="dk2"/>
              </a:solidFill>
              <a:latin typeface="Fredoka One"/>
              <a:ea typeface="Fredoka One"/>
              <a:cs typeface="Fredoka One"/>
              <a:sym typeface="Fredoka One"/>
            </a:endParaRPr>
          </a:p>
        </p:txBody>
      </p:sp>
      <p:sp>
        <p:nvSpPr>
          <p:cNvPr id="364" name="Google Shape;364;p30"/>
          <p:cNvSpPr/>
          <p:nvPr/>
        </p:nvSpPr>
        <p:spPr>
          <a:xfrm>
            <a:off x="2990075" y="3324750"/>
            <a:ext cx="30420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Name 1 (Family)</a:t>
            </a:r>
            <a:endParaRPr>
              <a:latin typeface="Fredoka One"/>
              <a:ea typeface="Fredoka One"/>
              <a:cs typeface="Fredoka One"/>
              <a:sym typeface="Fredoka One"/>
            </a:endParaRPr>
          </a:p>
        </p:txBody>
      </p:sp>
      <p:sp>
        <p:nvSpPr>
          <p:cNvPr id="365" name="Google Shape;365;p30"/>
          <p:cNvSpPr/>
          <p:nvPr/>
        </p:nvSpPr>
        <p:spPr>
          <a:xfrm>
            <a:off x="2990075" y="3878875"/>
            <a:ext cx="30420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Name 2 (Caretaker)</a:t>
            </a:r>
            <a:endParaRPr>
              <a:latin typeface="Fredoka One"/>
              <a:ea typeface="Fredoka One"/>
              <a:cs typeface="Fredoka One"/>
              <a:sym typeface="Fredoka One"/>
            </a:endParaRPr>
          </a:p>
        </p:txBody>
      </p:sp>
      <p:sp>
        <p:nvSpPr>
          <p:cNvPr id="366" name="Google Shape;366;p30"/>
          <p:cNvSpPr/>
          <p:nvPr/>
        </p:nvSpPr>
        <p:spPr>
          <a:xfrm>
            <a:off x="2990050" y="4433000"/>
            <a:ext cx="30420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Name 3 (Friend)</a:t>
            </a:r>
            <a:endParaRPr>
              <a:latin typeface="Fredoka One"/>
              <a:ea typeface="Fredoka One"/>
              <a:cs typeface="Fredoka One"/>
              <a:sym typeface="Fredoka One"/>
            </a:endParaRPr>
          </a:p>
        </p:txBody>
      </p:sp>
      <p:sp>
        <p:nvSpPr>
          <p:cNvPr id="367" name="Google Shape;367;p30"/>
          <p:cNvSpPr txBox="1"/>
          <p:nvPr/>
        </p:nvSpPr>
        <p:spPr>
          <a:xfrm>
            <a:off x="7803013" y="9088"/>
            <a:ext cx="1460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rgbClr val="999999"/>
                </a:solidFill>
                <a:latin typeface="Lexend"/>
                <a:ea typeface="Lexend"/>
                <a:cs typeface="Lexend"/>
                <a:sym typeface="Lexend"/>
              </a:rPr>
              <a:t>EDIT</a:t>
            </a:r>
            <a:endParaRPr sz="1600">
              <a:solidFill>
                <a:srgbClr val="999999"/>
              </a:solidFill>
            </a:endParaRPr>
          </a:p>
        </p:txBody>
      </p:sp>
      <p:sp>
        <p:nvSpPr>
          <p:cNvPr id="368" name="Google Shape;368;p30"/>
          <p:cNvSpPr txBox="1"/>
          <p:nvPr/>
        </p:nvSpPr>
        <p:spPr>
          <a:xfrm>
            <a:off x="7877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369" name="Google Shape;369;p30"/>
          <p:cNvSpPr txBox="1"/>
          <p:nvPr/>
        </p:nvSpPr>
        <p:spPr>
          <a:xfrm>
            <a:off x="0" y="-10988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Contacts</a:t>
            </a:r>
            <a:r>
              <a:rPr lang="en-GB" sz="3300">
                <a:solidFill>
                  <a:schemeClr val="dk2"/>
                </a:solidFill>
                <a:latin typeface="Fredoka One"/>
                <a:ea typeface="Fredoka One"/>
                <a:cs typeface="Fredoka One"/>
                <a:sym typeface="Fredoka One"/>
              </a:rPr>
              <a:t> Page</a:t>
            </a:r>
            <a:endParaRPr sz="3300">
              <a:solidFill>
                <a:schemeClr val="dk2"/>
              </a:solidFill>
              <a:latin typeface="Fredoka One"/>
              <a:ea typeface="Fredoka One"/>
              <a:cs typeface="Fredoka One"/>
              <a:sym typeface="Fredoka On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1"/>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375" name="Google Shape;375;p31"/>
          <p:cNvSpPr/>
          <p:nvPr/>
        </p:nvSpPr>
        <p:spPr>
          <a:xfrm>
            <a:off x="2991650" y="246938"/>
            <a:ext cx="2274900" cy="2188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376" name="Google Shape;376;p31"/>
          <p:cNvSpPr txBox="1"/>
          <p:nvPr/>
        </p:nvSpPr>
        <p:spPr>
          <a:xfrm>
            <a:off x="3474488" y="2383680"/>
            <a:ext cx="13092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300">
                <a:solidFill>
                  <a:schemeClr val="dk2"/>
                </a:solidFill>
                <a:latin typeface="Fredoka One"/>
                <a:ea typeface="Fredoka One"/>
                <a:cs typeface="Fredoka One"/>
                <a:sym typeface="Fredoka One"/>
              </a:rPr>
              <a:t>Name</a:t>
            </a:r>
            <a:endParaRPr sz="2300">
              <a:solidFill>
                <a:schemeClr val="dk2"/>
              </a:solidFill>
              <a:latin typeface="Fredoka One"/>
              <a:ea typeface="Fredoka One"/>
              <a:cs typeface="Fredoka One"/>
              <a:sym typeface="Fredoka One"/>
            </a:endParaRPr>
          </a:p>
        </p:txBody>
      </p:sp>
      <p:sp>
        <p:nvSpPr>
          <p:cNvPr id="377" name="Google Shape;377;p31"/>
          <p:cNvSpPr txBox="1"/>
          <p:nvPr/>
        </p:nvSpPr>
        <p:spPr>
          <a:xfrm>
            <a:off x="5912700" y="130850"/>
            <a:ext cx="2800200" cy="7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solidFill>
                  <a:schemeClr val="dk1"/>
                </a:solidFill>
                <a:latin typeface="Fredoka One"/>
                <a:ea typeface="Fredoka One"/>
                <a:cs typeface="Fredoka One"/>
                <a:sym typeface="Fredoka One"/>
              </a:rPr>
              <a:t>Family Member</a:t>
            </a:r>
            <a:endParaRPr sz="2500">
              <a:solidFill>
                <a:schemeClr val="dk1"/>
              </a:solidFill>
              <a:latin typeface="Fredoka One"/>
              <a:ea typeface="Fredoka One"/>
              <a:cs typeface="Fredoka One"/>
              <a:sym typeface="Fredoka One"/>
            </a:endParaRPr>
          </a:p>
        </p:txBody>
      </p:sp>
      <p:sp>
        <p:nvSpPr>
          <p:cNvPr id="378" name="Google Shape;378;p31"/>
          <p:cNvSpPr/>
          <p:nvPr/>
        </p:nvSpPr>
        <p:spPr>
          <a:xfrm>
            <a:off x="5712050" y="702250"/>
            <a:ext cx="3038700" cy="1999500"/>
          </a:xfrm>
          <a:prstGeom prst="roundRect">
            <a:avLst>
              <a:gd fmla="val 16667" name="adj"/>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66666"/>
              </a:solidFill>
              <a:latin typeface="Lexend"/>
              <a:ea typeface="Lexend"/>
              <a:cs typeface="Lexend"/>
              <a:sym typeface="Lexend"/>
            </a:endParaRPr>
          </a:p>
        </p:txBody>
      </p:sp>
      <p:sp>
        <p:nvSpPr>
          <p:cNvPr id="379" name="Google Shape;379;p31"/>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80" name="Google Shape;380;p31"/>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381" name="Google Shape;381;p31"/>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382" name="Google Shape;382;p31"/>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383" name="Google Shape;383;p31"/>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384" name="Google Shape;384;p31"/>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385" name="Google Shape;385;p31"/>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386" name="Google Shape;386;p31"/>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387" name="Google Shape;387;p31"/>
          <p:cNvSpPr/>
          <p:nvPr/>
        </p:nvSpPr>
        <p:spPr>
          <a:xfrm>
            <a:off x="5924525" y="955325"/>
            <a:ext cx="24903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Phone:</a:t>
            </a:r>
            <a:endParaRPr>
              <a:latin typeface="Fredoka One"/>
              <a:ea typeface="Fredoka One"/>
              <a:cs typeface="Fredoka One"/>
              <a:sym typeface="Fredoka One"/>
            </a:endParaRPr>
          </a:p>
        </p:txBody>
      </p:sp>
      <p:sp>
        <p:nvSpPr>
          <p:cNvPr id="388" name="Google Shape;388;p31"/>
          <p:cNvSpPr/>
          <p:nvPr/>
        </p:nvSpPr>
        <p:spPr>
          <a:xfrm>
            <a:off x="5924525" y="1603825"/>
            <a:ext cx="24903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Email</a:t>
            </a:r>
            <a:r>
              <a:rPr lang="en-GB">
                <a:latin typeface="Fredoka One"/>
                <a:ea typeface="Fredoka One"/>
                <a:cs typeface="Fredoka One"/>
                <a:sym typeface="Fredoka One"/>
              </a:rPr>
              <a:t>:</a:t>
            </a:r>
            <a:endParaRPr>
              <a:latin typeface="Fredoka One"/>
              <a:ea typeface="Fredoka One"/>
              <a:cs typeface="Fredoka One"/>
              <a:sym typeface="Fredoka One"/>
            </a:endParaRPr>
          </a:p>
        </p:txBody>
      </p:sp>
      <p:sp>
        <p:nvSpPr>
          <p:cNvPr id="389" name="Google Shape;389;p31"/>
          <p:cNvSpPr txBox="1"/>
          <p:nvPr/>
        </p:nvSpPr>
        <p:spPr>
          <a:xfrm>
            <a:off x="6449150" y="2135850"/>
            <a:ext cx="1564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u="sng">
                <a:solidFill>
                  <a:srgbClr val="FFFFFF"/>
                </a:solidFill>
                <a:latin typeface="Lexend"/>
                <a:ea typeface="Lexend"/>
                <a:cs typeface="Lexend"/>
                <a:sym typeface="Lexend"/>
              </a:rPr>
              <a:t>Edit Info</a:t>
            </a:r>
            <a:endParaRPr sz="1800" u="sng">
              <a:solidFill>
                <a:srgbClr val="FFFFFF"/>
              </a:solidFill>
              <a:latin typeface="Lexend"/>
              <a:ea typeface="Lexend"/>
              <a:cs typeface="Lexend"/>
              <a:sym typeface="Lexend"/>
            </a:endParaRPr>
          </a:p>
        </p:txBody>
      </p:sp>
      <p:sp>
        <p:nvSpPr>
          <p:cNvPr id="390" name="Google Shape;390;p31"/>
          <p:cNvSpPr/>
          <p:nvPr/>
        </p:nvSpPr>
        <p:spPr>
          <a:xfrm>
            <a:off x="2848250" y="2999575"/>
            <a:ext cx="5902500" cy="191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1" name="Google Shape;391;p31"/>
          <p:cNvCxnSpPr/>
          <p:nvPr/>
        </p:nvCxnSpPr>
        <p:spPr>
          <a:xfrm>
            <a:off x="5747750" y="2999575"/>
            <a:ext cx="0" cy="1919100"/>
          </a:xfrm>
          <a:prstGeom prst="straightConnector1">
            <a:avLst/>
          </a:prstGeom>
          <a:noFill/>
          <a:ln cap="flat" cmpd="sng" w="9525">
            <a:solidFill>
              <a:schemeClr val="dk2"/>
            </a:solidFill>
            <a:prstDash val="solid"/>
            <a:round/>
            <a:headEnd len="med" w="med" type="none"/>
            <a:tailEnd len="med" w="med" type="none"/>
          </a:ln>
        </p:spPr>
      </p:cxnSp>
      <p:sp>
        <p:nvSpPr>
          <p:cNvPr id="392" name="Google Shape;392;p31"/>
          <p:cNvSpPr txBox="1"/>
          <p:nvPr/>
        </p:nvSpPr>
        <p:spPr>
          <a:xfrm>
            <a:off x="2848250" y="3063075"/>
            <a:ext cx="2886000" cy="6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 Last</a:t>
            </a:r>
            <a:r>
              <a:rPr lang="en-GB" sz="1800">
                <a:solidFill>
                  <a:schemeClr val="dk2"/>
                </a:solidFill>
                <a:latin typeface="Fredoka One"/>
                <a:ea typeface="Fredoka One"/>
                <a:cs typeface="Fredoka One"/>
                <a:sym typeface="Fredoka One"/>
              </a:rPr>
              <a:t> Contacted:</a:t>
            </a:r>
            <a:endParaRPr sz="18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 07/02/2024</a:t>
            </a:r>
            <a:endParaRPr sz="1800">
              <a:solidFill>
                <a:schemeClr val="dk2"/>
              </a:solidFill>
              <a:latin typeface="Fredoka One"/>
              <a:ea typeface="Fredoka One"/>
              <a:cs typeface="Fredoka One"/>
              <a:sym typeface="Fredoka One"/>
            </a:endParaRPr>
          </a:p>
        </p:txBody>
      </p:sp>
      <p:grpSp>
        <p:nvGrpSpPr>
          <p:cNvPr id="393" name="Google Shape;393;p31"/>
          <p:cNvGrpSpPr/>
          <p:nvPr/>
        </p:nvGrpSpPr>
        <p:grpSpPr>
          <a:xfrm>
            <a:off x="2848444" y="4249075"/>
            <a:ext cx="2886111" cy="745800"/>
            <a:chOff x="3049550" y="3616200"/>
            <a:chExt cx="2844300" cy="745800"/>
          </a:xfrm>
        </p:grpSpPr>
        <p:sp>
          <p:nvSpPr>
            <p:cNvPr id="394" name="Google Shape;394;p31"/>
            <p:cNvSpPr txBox="1"/>
            <p:nvPr/>
          </p:nvSpPr>
          <p:spPr>
            <a:xfrm>
              <a:off x="3049550" y="3616200"/>
              <a:ext cx="2844300" cy="7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 Mute notifications</a:t>
              </a:r>
              <a:endParaRPr sz="1800">
                <a:solidFill>
                  <a:schemeClr val="dk2"/>
                </a:solidFill>
                <a:latin typeface="Fredoka One"/>
                <a:ea typeface="Fredoka One"/>
                <a:cs typeface="Fredoka One"/>
                <a:sym typeface="Fredoka One"/>
              </a:endParaRPr>
            </a:p>
          </p:txBody>
        </p:sp>
        <p:sp>
          <p:nvSpPr>
            <p:cNvPr id="395" name="Google Shape;395;p31"/>
            <p:cNvSpPr/>
            <p:nvPr/>
          </p:nvSpPr>
          <p:spPr>
            <a:xfrm>
              <a:off x="5482714" y="3768975"/>
              <a:ext cx="195900" cy="1836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6" name="Google Shape;396;p31"/>
          <p:cNvSpPr txBox="1"/>
          <p:nvPr/>
        </p:nvSpPr>
        <p:spPr>
          <a:xfrm>
            <a:off x="2848250" y="3732625"/>
            <a:ext cx="2490300" cy="7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 Important Contact</a:t>
            </a:r>
            <a:endParaRPr sz="1800">
              <a:solidFill>
                <a:schemeClr val="dk2"/>
              </a:solidFill>
              <a:latin typeface="Fredoka One"/>
              <a:ea typeface="Fredoka One"/>
              <a:cs typeface="Fredoka One"/>
              <a:sym typeface="Fredoka One"/>
            </a:endParaRPr>
          </a:p>
        </p:txBody>
      </p:sp>
      <p:sp>
        <p:nvSpPr>
          <p:cNvPr id="397" name="Google Shape;397;p31"/>
          <p:cNvSpPr/>
          <p:nvPr/>
        </p:nvSpPr>
        <p:spPr>
          <a:xfrm>
            <a:off x="5328625" y="3889975"/>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98" name="Google Shape;398;p31"/>
          <p:cNvGrpSpPr/>
          <p:nvPr/>
        </p:nvGrpSpPr>
        <p:grpSpPr>
          <a:xfrm>
            <a:off x="5342338" y="3807425"/>
            <a:ext cx="234137" cy="221872"/>
            <a:chOff x="5142600" y="2456316"/>
            <a:chExt cx="288239" cy="296700"/>
          </a:xfrm>
        </p:grpSpPr>
        <p:cxnSp>
          <p:nvCxnSpPr>
            <p:cNvPr id="399" name="Google Shape;399;p31"/>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400" name="Google Shape;400;p31"/>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sp>
        <p:nvSpPr>
          <p:cNvPr id="401" name="Google Shape;401;p31"/>
          <p:cNvSpPr txBox="1"/>
          <p:nvPr/>
        </p:nvSpPr>
        <p:spPr>
          <a:xfrm>
            <a:off x="5747750" y="2999575"/>
            <a:ext cx="3003000" cy="7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 Additional Notes:</a:t>
            </a:r>
            <a:endParaRPr sz="1800">
              <a:solidFill>
                <a:schemeClr val="dk2"/>
              </a:solidFill>
              <a:latin typeface="Fredoka One"/>
              <a:ea typeface="Fredoka One"/>
              <a:cs typeface="Fredoka One"/>
              <a:sym typeface="Fredoka One"/>
            </a:endParaRPr>
          </a:p>
        </p:txBody>
      </p:sp>
      <p:sp>
        <p:nvSpPr>
          <p:cNvPr id="402" name="Google Shape;402;p31"/>
          <p:cNvSpPr txBox="1"/>
          <p:nvPr/>
        </p:nvSpPr>
        <p:spPr>
          <a:xfrm>
            <a:off x="7877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403" name="Google Shape;403;p31"/>
          <p:cNvSpPr txBox="1"/>
          <p:nvPr/>
        </p:nvSpPr>
        <p:spPr>
          <a:xfrm>
            <a:off x="0" y="-1300275"/>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Contacts Page after pressing on a profile</a:t>
            </a:r>
            <a:endParaRPr sz="3300">
              <a:solidFill>
                <a:schemeClr val="dk2"/>
              </a:solidFill>
              <a:latin typeface="Fredoka One"/>
              <a:ea typeface="Fredoka One"/>
              <a:cs typeface="Fredoka One"/>
              <a:sym typeface="Fredoka On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2"/>
          <p:cNvSpPr/>
          <p:nvPr/>
        </p:nvSpPr>
        <p:spPr>
          <a:xfrm rot="983649">
            <a:off x="3874146" y="856552"/>
            <a:ext cx="1262739" cy="622346"/>
          </a:xfrm>
          <a:prstGeom prst="rect">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32"/>
          <p:cNvSpPr/>
          <p:nvPr/>
        </p:nvSpPr>
        <p:spPr>
          <a:xfrm rot="-1768901">
            <a:off x="1932057" y="1420558"/>
            <a:ext cx="1571487" cy="1040042"/>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32"/>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11" name="Google Shape;411;p32"/>
          <p:cNvSpPr txBox="1"/>
          <p:nvPr/>
        </p:nvSpPr>
        <p:spPr>
          <a:xfrm>
            <a:off x="2473575" y="530000"/>
            <a:ext cx="2132100" cy="22500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Fredoka One"/>
              <a:buChar char="●"/>
            </a:pPr>
            <a:r>
              <a:rPr lang="en-GB" sz="1500">
                <a:solidFill>
                  <a:schemeClr val="dk1"/>
                </a:solidFill>
                <a:latin typeface="Fredoka One"/>
                <a:ea typeface="Fredoka One"/>
                <a:cs typeface="Fredoka One"/>
                <a:sym typeface="Fredoka One"/>
              </a:rPr>
              <a:t>Knitting Club</a:t>
            </a:r>
            <a:endParaRPr sz="15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500">
              <a:solidFill>
                <a:schemeClr val="dk1"/>
              </a:solidFill>
              <a:latin typeface="Fredoka One"/>
              <a:ea typeface="Fredoka One"/>
              <a:cs typeface="Fredoka One"/>
              <a:sym typeface="Fredoka One"/>
            </a:endParaRPr>
          </a:p>
          <a:p>
            <a:pPr indent="-323850" lvl="0" marL="457200" rtl="0" algn="l">
              <a:spcBef>
                <a:spcPts val="0"/>
              </a:spcBef>
              <a:spcAft>
                <a:spcPts val="0"/>
              </a:spcAft>
              <a:buClr>
                <a:schemeClr val="dk1"/>
              </a:buClr>
              <a:buSzPts val="1500"/>
              <a:buFont typeface="Fredoka One"/>
              <a:buChar char="●"/>
            </a:pPr>
            <a:r>
              <a:rPr lang="en-GB" sz="1500">
                <a:solidFill>
                  <a:schemeClr val="dk1"/>
                </a:solidFill>
                <a:latin typeface="Fredoka One"/>
                <a:ea typeface="Fredoka One"/>
                <a:cs typeface="Fredoka One"/>
                <a:sym typeface="Fredoka One"/>
              </a:rPr>
              <a:t>Baking Class</a:t>
            </a:r>
            <a:endParaRPr sz="1500">
              <a:solidFill>
                <a:schemeClr val="dk1"/>
              </a:solidFill>
              <a:latin typeface="Fredoka One"/>
              <a:ea typeface="Fredoka One"/>
              <a:cs typeface="Fredoka One"/>
              <a:sym typeface="Fredoka One"/>
            </a:endParaRPr>
          </a:p>
          <a:p>
            <a:pPr indent="0" lvl="0" marL="457200" rtl="0" algn="l">
              <a:spcBef>
                <a:spcPts val="0"/>
              </a:spcBef>
              <a:spcAft>
                <a:spcPts val="0"/>
              </a:spcAft>
              <a:buNone/>
            </a:pPr>
            <a:r>
              <a:t/>
            </a:r>
            <a:endParaRPr sz="1500">
              <a:solidFill>
                <a:schemeClr val="dk1"/>
              </a:solidFill>
              <a:latin typeface="Fredoka One"/>
              <a:ea typeface="Fredoka One"/>
              <a:cs typeface="Fredoka One"/>
              <a:sym typeface="Fredoka One"/>
            </a:endParaRPr>
          </a:p>
          <a:p>
            <a:pPr indent="-323850" lvl="0" marL="457200" rtl="0" algn="l">
              <a:spcBef>
                <a:spcPts val="0"/>
              </a:spcBef>
              <a:spcAft>
                <a:spcPts val="0"/>
              </a:spcAft>
              <a:buClr>
                <a:schemeClr val="dk1"/>
              </a:buClr>
              <a:buSzPts val="1500"/>
              <a:buFont typeface="Fredoka One"/>
              <a:buChar char="●"/>
            </a:pPr>
            <a:r>
              <a:rPr lang="en-GB" sz="1500">
                <a:solidFill>
                  <a:schemeClr val="dk1"/>
                </a:solidFill>
                <a:latin typeface="Fredoka One"/>
                <a:ea typeface="Fredoka One"/>
                <a:cs typeface="Fredoka One"/>
                <a:sym typeface="Fredoka One"/>
              </a:rPr>
              <a:t>Yoga Class</a:t>
            </a:r>
            <a:endParaRPr sz="1500">
              <a:solidFill>
                <a:schemeClr val="dk1"/>
              </a:solidFill>
              <a:latin typeface="Fredoka One"/>
              <a:ea typeface="Fredoka One"/>
              <a:cs typeface="Fredoka One"/>
              <a:sym typeface="Fredoka One"/>
            </a:endParaRPr>
          </a:p>
          <a:p>
            <a:pPr indent="0" lvl="0" marL="457200" rtl="0" algn="l">
              <a:spcBef>
                <a:spcPts val="0"/>
              </a:spcBef>
              <a:spcAft>
                <a:spcPts val="0"/>
              </a:spcAft>
              <a:buNone/>
            </a:pPr>
            <a:r>
              <a:t/>
            </a:r>
            <a:endParaRPr sz="1500">
              <a:solidFill>
                <a:schemeClr val="dk1"/>
              </a:solidFill>
              <a:latin typeface="Fredoka One"/>
              <a:ea typeface="Fredoka One"/>
              <a:cs typeface="Fredoka One"/>
              <a:sym typeface="Fredoka One"/>
            </a:endParaRPr>
          </a:p>
          <a:p>
            <a:pPr indent="-323850" lvl="0" marL="457200" rtl="0" algn="l">
              <a:spcBef>
                <a:spcPts val="0"/>
              </a:spcBef>
              <a:spcAft>
                <a:spcPts val="0"/>
              </a:spcAft>
              <a:buClr>
                <a:schemeClr val="dk1"/>
              </a:buClr>
              <a:buSzPts val="1500"/>
              <a:buFont typeface="Fredoka One"/>
              <a:buChar char="●"/>
            </a:pPr>
            <a:r>
              <a:rPr lang="en-GB" sz="1500">
                <a:solidFill>
                  <a:schemeClr val="dk1"/>
                </a:solidFill>
                <a:latin typeface="Fredoka One"/>
                <a:ea typeface="Fredoka One"/>
                <a:cs typeface="Fredoka One"/>
                <a:sym typeface="Fredoka One"/>
              </a:rPr>
              <a:t>Church Service</a:t>
            </a:r>
            <a:endParaRPr sz="1500">
              <a:solidFill>
                <a:schemeClr val="dk1"/>
              </a:solidFill>
              <a:latin typeface="Fredoka One"/>
              <a:ea typeface="Fredoka One"/>
              <a:cs typeface="Fredoka One"/>
              <a:sym typeface="Fredoka One"/>
            </a:endParaRPr>
          </a:p>
          <a:p>
            <a:pPr indent="0" lvl="0" marL="457200" rtl="0" algn="l">
              <a:spcBef>
                <a:spcPts val="0"/>
              </a:spcBef>
              <a:spcAft>
                <a:spcPts val="0"/>
              </a:spcAft>
              <a:buNone/>
            </a:pPr>
            <a:r>
              <a:t/>
            </a:r>
            <a:endParaRPr sz="1500">
              <a:solidFill>
                <a:schemeClr val="dk1"/>
              </a:solidFill>
              <a:latin typeface="Fredoka One"/>
              <a:ea typeface="Fredoka One"/>
              <a:cs typeface="Fredoka One"/>
              <a:sym typeface="Fredoka One"/>
            </a:endParaRPr>
          </a:p>
          <a:p>
            <a:pPr indent="-323850" lvl="0" marL="457200" rtl="0" algn="l">
              <a:spcBef>
                <a:spcPts val="0"/>
              </a:spcBef>
              <a:spcAft>
                <a:spcPts val="0"/>
              </a:spcAft>
              <a:buClr>
                <a:schemeClr val="dk1"/>
              </a:buClr>
              <a:buSzPts val="1500"/>
              <a:buFont typeface="Fredoka One"/>
              <a:buChar char="●"/>
            </a:pPr>
            <a:r>
              <a:rPr lang="en-GB" sz="1500">
                <a:solidFill>
                  <a:schemeClr val="dk1"/>
                </a:solidFill>
                <a:latin typeface="Fredoka One"/>
                <a:ea typeface="Fredoka One"/>
                <a:cs typeface="Fredoka One"/>
                <a:sym typeface="Fredoka One"/>
              </a:rPr>
              <a:t>Walking Group</a:t>
            </a:r>
            <a:endParaRPr sz="15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500">
              <a:solidFill>
                <a:schemeClr val="dk1"/>
              </a:solidFill>
              <a:latin typeface="Fredoka One"/>
              <a:ea typeface="Fredoka One"/>
              <a:cs typeface="Fredoka One"/>
              <a:sym typeface="Fredoka One"/>
            </a:endParaRPr>
          </a:p>
        </p:txBody>
      </p:sp>
      <p:sp>
        <p:nvSpPr>
          <p:cNvPr id="412" name="Google Shape;412;p32"/>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413" name="Google Shape;413;p32"/>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414" name="Google Shape;414;p32"/>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415" name="Google Shape;415;p32"/>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416" name="Google Shape;416;p32"/>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417" name="Google Shape;417;p32"/>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418" name="Google Shape;418;p32"/>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419" name="Google Shape;419;p32"/>
          <p:cNvSpPr/>
          <p:nvPr/>
        </p:nvSpPr>
        <p:spPr>
          <a:xfrm>
            <a:off x="279225" y="32063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20" name="Google Shape;420;p32"/>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421" name="Google Shape;421;p32"/>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422" name="Google Shape;422;p32"/>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423" name="Google Shape;423;p32"/>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424" name="Google Shape;424;p32"/>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Activities</a:t>
            </a:r>
            <a:endParaRPr sz="1800">
              <a:solidFill>
                <a:schemeClr val="dk1"/>
              </a:solidFill>
              <a:latin typeface="Fredoka One"/>
              <a:ea typeface="Fredoka One"/>
              <a:cs typeface="Fredoka One"/>
              <a:sym typeface="Fredoka One"/>
            </a:endParaRPr>
          </a:p>
        </p:txBody>
      </p:sp>
      <p:sp>
        <p:nvSpPr>
          <p:cNvPr id="425" name="Google Shape;425;p32"/>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426" name="Google Shape;426;p32"/>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427" name="Google Shape;427;p32"/>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428" name="Google Shape;428;p32"/>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429" name="Google Shape;429;p32"/>
          <p:cNvSpPr txBox="1"/>
          <p:nvPr/>
        </p:nvSpPr>
        <p:spPr>
          <a:xfrm>
            <a:off x="2640662" y="94275"/>
            <a:ext cx="24966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u="sng">
                <a:solidFill>
                  <a:schemeClr val="dk1"/>
                </a:solidFill>
                <a:latin typeface="Fredoka One"/>
                <a:ea typeface="Fredoka One"/>
                <a:cs typeface="Fredoka One"/>
                <a:sym typeface="Fredoka One"/>
              </a:rPr>
              <a:t>Current Activities</a:t>
            </a:r>
            <a:endParaRPr sz="2000" u="sng">
              <a:solidFill>
                <a:schemeClr val="dk1"/>
              </a:solidFill>
              <a:latin typeface="Fredoka One"/>
              <a:ea typeface="Fredoka One"/>
              <a:cs typeface="Fredoka One"/>
              <a:sym typeface="Fredoka One"/>
            </a:endParaRPr>
          </a:p>
        </p:txBody>
      </p:sp>
      <p:cxnSp>
        <p:nvCxnSpPr>
          <p:cNvPr id="430" name="Google Shape;430;p32"/>
          <p:cNvCxnSpPr/>
          <p:nvPr/>
        </p:nvCxnSpPr>
        <p:spPr>
          <a:xfrm>
            <a:off x="5268488" y="4200"/>
            <a:ext cx="28500" cy="5135100"/>
          </a:xfrm>
          <a:prstGeom prst="straightConnector1">
            <a:avLst/>
          </a:prstGeom>
          <a:noFill/>
          <a:ln cap="flat" cmpd="sng" w="9525">
            <a:solidFill>
              <a:schemeClr val="dk2"/>
            </a:solidFill>
            <a:prstDash val="solid"/>
            <a:round/>
            <a:headEnd len="med" w="med" type="none"/>
            <a:tailEnd len="med" w="med" type="none"/>
          </a:ln>
        </p:spPr>
      </p:cxnSp>
      <p:sp>
        <p:nvSpPr>
          <p:cNvPr id="431" name="Google Shape;431;p32"/>
          <p:cNvSpPr txBox="1"/>
          <p:nvPr/>
        </p:nvSpPr>
        <p:spPr>
          <a:xfrm>
            <a:off x="81061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Evan Gao</a:t>
            </a:r>
            <a:endParaRPr sz="500">
              <a:solidFill>
                <a:schemeClr val="dk2"/>
              </a:solidFill>
            </a:endParaRPr>
          </a:p>
          <a:p>
            <a:pPr indent="0" lvl="0" marL="0" rtl="0" algn="l">
              <a:spcBef>
                <a:spcPts val="0"/>
              </a:spcBef>
              <a:spcAft>
                <a:spcPts val="0"/>
              </a:spcAft>
              <a:buNone/>
            </a:pPr>
            <a:r>
              <a:t/>
            </a:r>
            <a:endParaRPr sz="500">
              <a:solidFill>
                <a:schemeClr val="dk2"/>
              </a:solidFill>
            </a:endParaRPr>
          </a:p>
        </p:txBody>
      </p:sp>
      <p:sp>
        <p:nvSpPr>
          <p:cNvPr id="432" name="Google Shape;432;p32"/>
          <p:cNvSpPr/>
          <p:nvPr/>
        </p:nvSpPr>
        <p:spPr>
          <a:xfrm>
            <a:off x="4447488" y="2588550"/>
            <a:ext cx="747000" cy="752700"/>
          </a:xfrm>
          <a:prstGeom prst="ellipse">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3" name="Google Shape;433;p32"/>
          <p:cNvSpPr/>
          <p:nvPr/>
        </p:nvSpPr>
        <p:spPr>
          <a:xfrm rot="515618">
            <a:off x="2716603" y="2989370"/>
            <a:ext cx="1473645" cy="708460"/>
          </a:xfrm>
          <a:prstGeom prst="roundRect">
            <a:avLst>
              <a:gd fmla="val 16667" name="adj"/>
            </a:avLst>
          </a:pr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34" name="Google Shape;434;p32"/>
          <p:cNvCxnSpPr/>
          <p:nvPr/>
        </p:nvCxnSpPr>
        <p:spPr>
          <a:xfrm>
            <a:off x="5297000" y="691025"/>
            <a:ext cx="3855000" cy="0"/>
          </a:xfrm>
          <a:prstGeom prst="straightConnector1">
            <a:avLst/>
          </a:prstGeom>
          <a:noFill/>
          <a:ln cap="flat" cmpd="sng" w="9525">
            <a:solidFill>
              <a:schemeClr val="dk2"/>
            </a:solidFill>
            <a:prstDash val="solid"/>
            <a:round/>
            <a:headEnd len="med" w="med" type="none"/>
            <a:tailEnd len="med" w="med" type="none"/>
          </a:ln>
        </p:spPr>
      </p:cxnSp>
      <p:sp>
        <p:nvSpPr>
          <p:cNvPr id="435" name="Google Shape;435;p32"/>
          <p:cNvSpPr txBox="1"/>
          <p:nvPr/>
        </p:nvSpPr>
        <p:spPr>
          <a:xfrm>
            <a:off x="5353350" y="814850"/>
            <a:ext cx="39201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u="sng">
                <a:solidFill>
                  <a:schemeClr val="dk1"/>
                </a:solidFill>
                <a:latin typeface="Fredoka One"/>
                <a:ea typeface="Fredoka One"/>
                <a:cs typeface="Fredoka One"/>
                <a:sym typeface="Fredoka One"/>
              </a:rPr>
              <a:t>Activities</a:t>
            </a:r>
            <a:r>
              <a:rPr lang="en-GB" sz="1700" u="sng">
                <a:solidFill>
                  <a:schemeClr val="dk1"/>
                </a:solidFill>
                <a:latin typeface="Fredoka One"/>
                <a:ea typeface="Fredoka One"/>
                <a:cs typeface="Fredoka One"/>
                <a:sym typeface="Fredoka One"/>
              </a:rPr>
              <a:t> you may consider joining</a:t>
            </a:r>
            <a:endParaRPr sz="1700" u="sng">
              <a:solidFill>
                <a:schemeClr val="dk1"/>
              </a:solidFill>
              <a:latin typeface="Fredoka One"/>
              <a:ea typeface="Fredoka One"/>
              <a:cs typeface="Fredoka One"/>
              <a:sym typeface="Fredoka One"/>
            </a:endParaRPr>
          </a:p>
        </p:txBody>
      </p:sp>
      <p:sp>
        <p:nvSpPr>
          <p:cNvPr id="436" name="Google Shape;436;p32"/>
          <p:cNvSpPr/>
          <p:nvPr/>
        </p:nvSpPr>
        <p:spPr>
          <a:xfrm>
            <a:off x="5428251" y="1304551"/>
            <a:ext cx="1684800" cy="1019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32"/>
          <p:cNvSpPr txBox="1"/>
          <p:nvPr/>
        </p:nvSpPr>
        <p:spPr>
          <a:xfrm>
            <a:off x="5763800" y="2325850"/>
            <a:ext cx="1013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dk1"/>
                </a:solidFill>
                <a:latin typeface="Fredoka One"/>
                <a:ea typeface="Fredoka One"/>
                <a:cs typeface="Fredoka One"/>
                <a:sym typeface="Fredoka One"/>
              </a:rPr>
              <a:t>Gardening</a:t>
            </a:r>
            <a:endParaRPr sz="1200" u="sng">
              <a:solidFill>
                <a:schemeClr val="dk1"/>
              </a:solidFill>
              <a:latin typeface="Fredoka One"/>
              <a:ea typeface="Fredoka One"/>
              <a:cs typeface="Fredoka One"/>
              <a:sym typeface="Fredoka One"/>
            </a:endParaRPr>
          </a:p>
        </p:txBody>
      </p:sp>
      <p:sp>
        <p:nvSpPr>
          <p:cNvPr id="438" name="Google Shape;438;p32"/>
          <p:cNvSpPr/>
          <p:nvPr/>
        </p:nvSpPr>
        <p:spPr>
          <a:xfrm>
            <a:off x="7678300" y="1285500"/>
            <a:ext cx="1130400" cy="105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2"/>
          <p:cNvSpPr txBox="1"/>
          <p:nvPr/>
        </p:nvSpPr>
        <p:spPr>
          <a:xfrm>
            <a:off x="7844050" y="2343300"/>
            <a:ext cx="7989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dk1"/>
                </a:solidFill>
                <a:latin typeface="Fredoka One"/>
                <a:ea typeface="Fredoka One"/>
                <a:cs typeface="Fredoka One"/>
                <a:sym typeface="Fredoka One"/>
              </a:rPr>
              <a:t>Pottery</a:t>
            </a:r>
            <a:endParaRPr sz="1200" u="sng">
              <a:solidFill>
                <a:schemeClr val="dk1"/>
              </a:solidFill>
              <a:latin typeface="Fredoka One"/>
              <a:ea typeface="Fredoka One"/>
              <a:cs typeface="Fredoka One"/>
              <a:sym typeface="Fredoka One"/>
            </a:endParaRPr>
          </a:p>
        </p:txBody>
      </p:sp>
      <p:sp>
        <p:nvSpPr>
          <p:cNvPr id="440" name="Google Shape;440;p32"/>
          <p:cNvSpPr/>
          <p:nvPr/>
        </p:nvSpPr>
        <p:spPr>
          <a:xfrm>
            <a:off x="5772350" y="2883250"/>
            <a:ext cx="2904300" cy="70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32"/>
          <p:cNvSpPr txBox="1"/>
          <p:nvPr/>
        </p:nvSpPr>
        <p:spPr>
          <a:xfrm>
            <a:off x="6640650" y="3619700"/>
            <a:ext cx="13455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dk1"/>
                </a:solidFill>
                <a:latin typeface="Fredoka One"/>
                <a:ea typeface="Fredoka One"/>
                <a:cs typeface="Fredoka One"/>
                <a:sym typeface="Fredoka One"/>
              </a:rPr>
              <a:t>Leisure</a:t>
            </a:r>
            <a:r>
              <a:rPr lang="en-GB" sz="1200" u="sng">
                <a:solidFill>
                  <a:schemeClr val="dk1"/>
                </a:solidFill>
                <a:latin typeface="Fredoka One"/>
                <a:ea typeface="Fredoka One"/>
                <a:cs typeface="Fredoka One"/>
                <a:sym typeface="Fredoka One"/>
              </a:rPr>
              <a:t> Rowing</a:t>
            </a:r>
            <a:endParaRPr sz="1200" u="sng">
              <a:solidFill>
                <a:schemeClr val="dk1"/>
              </a:solidFill>
              <a:latin typeface="Fredoka One"/>
              <a:ea typeface="Fredoka One"/>
              <a:cs typeface="Fredoka One"/>
              <a:sym typeface="Fredoka One"/>
            </a:endParaRPr>
          </a:p>
        </p:txBody>
      </p:sp>
      <p:sp>
        <p:nvSpPr>
          <p:cNvPr id="442" name="Google Shape;442;p32"/>
          <p:cNvSpPr/>
          <p:nvPr/>
        </p:nvSpPr>
        <p:spPr>
          <a:xfrm>
            <a:off x="5894000" y="4227725"/>
            <a:ext cx="2661000" cy="6867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32"/>
          <p:cNvSpPr txBox="1"/>
          <p:nvPr/>
        </p:nvSpPr>
        <p:spPr>
          <a:xfrm>
            <a:off x="6075200" y="4399625"/>
            <a:ext cx="2827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lt1"/>
                </a:solidFill>
                <a:latin typeface="Fredoka One"/>
                <a:ea typeface="Fredoka One"/>
                <a:cs typeface="Fredoka One"/>
                <a:sym typeface="Fredoka One"/>
              </a:rPr>
              <a:t>CLICK HERE FOR MORE</a:t>
            </a:r>
            <a:endParaRPr sz="1500">
              <a:solidFill>
                <a:schemeClr val="lt1"/>
              </a:solidFill>
              <a:latin typeface="Fredoka One"/>
              <a:ea typeface="Fredoka One"/>
              <a:cs typeface="Fredoka One"/>
              <a:sym typeface="Fredoka One"/>
            </a:endParaRPr>
          </a:p>
        </p:txBody>
      </p:sp>
      <p:sp>
        <p:nvSpPr>
          <p:cNvPr id="444" name="Google Shape;444;p32"/>
          <p:cNvSpPr/>
          <p:nvPr/>
        </p:nvSpPr>
        <p:spPr>
          <a:xfrm>
            <a:off x="5560700" y="166875"/>
            <a:ext cx="3327600" cy="373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32"/>
          <p:cNvSpPr txBox="1"/>
          <p:nvPr/>
        </p:nvSpPr>
        <p:spPr>
          <a:xfrm>
            <a:off x="5899650" y="166875"/>
            <a:ext cx="2827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lt1"/>
                </a:solidFill>
                <a:latin typeface="Fredoka One"/>
                <a:ea typeface="Fredoka One"/>
                <a:cs typeface="Fredoka One"/>
                <a:sym typeface="Fredoka One"/>
              </a:rPr>
              <a:t>CLICK FOR </a:t>
            </a:r>
            <a:r>
              <a:rPr lang="en-GB" sz="1500">
                <a:solidFill>
                  <a:schemeClr val="lt1"/>
                </a:solidFill>
                <a:latin typeface="Fredoka One"/>
                <a:ea typeface="Fredoka One"/>
                <a:cs typeface="Fredoka One"/>
                <a:sym typeface="Fredoka One"/>
              </a:rPr>
              <a:t>PHOTO BOARD</a:t>
            </a:r>
            <a:endParaRPr sz="1500">
              <a:solidFill>
                <a:schemeClr val="lt1"/>
              </a:solidFill>
              <a:latin typeface="Fredoka One"/>
              <a:ea typeface="Fredoka One"/>
              <a:cs typeface="Fredoka One"/>
              <a:sym typeface="Fredoka One"/>
            </a:endParaRPr>
          </a:p>
        </p:txBody>
      </p:sp>
      <p:cxnSp>
        <p:nvCxnSpPr>
          <p:cNvPr id="446" name="Google Shape;446;p32"/>
          <p:cNvCxnSpPr/>
          <p:nvPr/>
        </p:nvCxnSpPr>
        <p:spPr>
          <a:xfrm>
            <a:off x="2473575" y="3979400"/>
            <a:ext cx="2809200" cy="0"/>
          </a:xfrm>
          <a:prstGeom prst="straightConnector1">
            <a:avLst/>
          </a:prstGeom>
          <a:noFill/>
          <a:ln cap="flat" cmpd="sng" w="9525">
            <a:solidFill>
              <a:schemeClr val="dk2"/>
            </a:solidFill>
            <a:prstDash val="solid"/>
            <a:round/>
            <a:headEnd len="med" w="med" type="none"/>
            <a:tailEnd len="med" w="med" type="none"/>
          </a:ln>
        </p:spPr>
      </p:cxnSp>
      <p:sp>
        <p:nvSpPr>
          <p:cNvPr id="447" name="Google Shape;447;p32"/>
          <p:cNvSpPr/>
          <p:nvPr/>
        </p:nvSpPr>
        <p:spPr>
          <a:xfrm>
            <a:off x="2609750" y="4399625"/>
            <a:ext cx="2558400" cy="4881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32"/>
          <p:cNvSpPr txBox="1"/>
          <p:nvPr/>
        </p:nvSpPr>
        <p:spPr>
          <a:xfrm>
            <a:off x="2671925" y="4501625"/>
            <a:ext cx="3327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lt1"/>
                </a:solidFill>
                <a:latin typeface="Fredoka One"/>
                <a:ea typeface="Fredoka One"/>
                <a:cs typeface="Fredoka One"/>
                <a:sym typeface="Fredoka One"/>
              </a:rPr>
              <a:t>CLICK TO SEE THIS </a:t>
            </a:r>
            <a:r>
              <a:rPr lang="en-GB" sz="900">
                <a:solidFill>
                  <a:schemeClr val="lt1"/>
                </a:solidFill>
                <a:latin typeface="Fredoka One"/>
                <a:ea typeface="Fredoka One"/>
                <a:cs typeface="Fredoka One"/>
                <a:sym typeface="Fredoka One"/>
              </a:rPr>
              <a:t>WEEK'S</a:t>
            </a:r>
            <a:r>
              <a:rPr lang="en-GB" sz="900">
                <a:solidFill>
                  <a:schemeClr val="lt1"/>
                </a:solidFill>
                <a:latin typeface="Fredoka One"/>
                <a:ea typeface="Fredoka One"/>
                <a:cs typeface="Fredoka One"/>
                <a:sym typeface="Fredoka One"/>
              </a:rPr>
              <a:t> ACTIVITIES</a:t>
            </a:r>
            <a:endParaRPr sz="200">
              <a:solidFill>
                <a:schemeClr val="lt1"/>
              </a:solidFill>
              <a:latin typeface="Fredoka One"/>
              <a:ea typeface="Fredoka One"/>
              <a:cs typeface="Fredoka One"/>
              <a:sym typeface="Fredoka On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3"/>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54" name="Google Shape;454;p33"/>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455" name="Google Shape;455;p33"/>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456" name="Google Shape;456;p33"/>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457" name="Google Shape;457;p33"/>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458" name="Google Shape;458;p33"/>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459" name="Google Shape;459;p33"/>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460" name="Google Shape;460;p33"/>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461" name="Google Shape;461;p33"/>
          <p:cNvSpPr/>
          <p:nvPr/>
        </p:nvSpPr>
        <p:spPr>
          <a:xfrm>
            <a:off x="279225" y="32063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62" name="Google Shape;462;p33"/>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463" name="Google Shape;463;p33"/>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464" name="Google Shape;464;p33"/>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465" name="Google Shape;465;p33"/>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466" name="Google Shape;466;p33"/>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Activities</a:t>
            </a:r>
            <a:endParaRPr sz="1800">
              <a:solidFill>
                <a:schemeClr val="dk1"/>
              </a:solidFill>
              <a:latin typeface="Fredoka One"/>
              <a:ea typeface="Fredoka One"/>
              <a:cs typeface="Fredoka One"/>
              <a:sym typeface="Fredoka One"/>
            </a:endParaRPr>
          </a:p>
        </p:txBody>
      </p:sp>
      <p:sp>
        <p:nvSpPr>
          <p:cNvPr id="467" name="Google Shape;467;p33"/>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468" name="Google Shape;468;p33"/>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469" name="Google Shape;469;p33"/>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470" name="Google Shape;470;p33"/>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471" name="Google Shape;471;p33"/>
          <p:cNvSpPr txBox="1"/>
          <p:nvPr/>
        </p:nvSpPr>
        <p:spPr>
          <a:xfrm>
            <a:off x="81061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Evan Gao</a:t>
            </a:r>
            <a:endParaRPr sz="500">
              <a:solidFill>
                <a:schemeClr val="dk2"/>
              </a:solidFill>
            </a:endParaRPr>
          </a:p>
          <a:p>
            <a:pPr indent="0" lvl="0" marL="0" rtl="0" algn="l">
              <a:spcBef>
                <a:spcPts val="0"/>
              </a:spcBef>
              <a:spcAft>
                <a:spcPts val="0"/>
              </a:spcAft>
              <a:buNone/>
            </a:pPr>
            <a:r>
              <a:t/>
            </a:r>
            <a:endParaRPr sz="500">
              <a:solidFill>
                <a:schemeClr val="dk2"/>
              </a:solidFill>
            </a:endParaRPr>
          </a:p>
        </p:txBody>
      </p:sp>
      <p:sp>
        <p:nvSpPr>
          <p:cNvPr id="472" name="Google Shape;472;p33"/>
          <p:cNvSpPr txBox="1"/>
          <p:nvPr/>
        </p:nvSpPr>
        <p:spPr>
          <a:xfrm>
            <a:off x="2753125" y="1242400"/>
            <a:ext cx="13326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dk1"/>
                </a:solidFill>
                <a:latin typeface="Fredoka One"/>
                <a:ea typeface="Fredoka One"/>
                <a:cs typeface="Fredoka One"/>
                <a:sym typeface="Fredoka One"/>
              </a:rPr>
              <a:t>Arts &amp; Crafts</a:t>
            </a:r>
            <a:endParaRPr sz="1200" u="sng">
              <a:solidFill>
                <a:schemeClr val="dk1"/>
              </a:solidFill>
              <a:latin typeface="Fredoka One"/>
              <a:ea typeface="Fredoka One"/>
              <a:cs typeface="Fredoka One"/>
              <a:sym typeface="Fredoka One"/>
            </a:endParaRPr>
          </a:p>
        </p:txBody>
      </p:sp>
      <p:sp>
        <p:nvSpPr>
          <p:cNvPr id="473" name="Google Shape;473;p33"/>
          <p:cNvSpPr/>
          <p:nvPr/>
        </p:nvSpPr>
        <p:spPr>
          <a:xfrm>
            <a:off x="2830325" y="244600"/>
            <a:ext cx="1006500" cy="9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33"/>
          <p:cNvSpPr/>
          <p:nvPr/>
        </p:nvSpPr>
        <p:spPr>
          <a:xfrm>
            <a:off x="4121050" y="328600"/>
            <a:ext cx="1130400" cy="82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3"/>
          <p:cNvSpPr txBox="1"/>
          <p:nvPr/>
        </p:nvSpPr>
        <p:spPr>
          <a:xfrm>
            <a:off x="4014350"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Baking</a:t>
            </a:r>
            <a:endParaRPr sz="1200" u="sng">
              <a:solidFill>
                <a:schemeClr val="dk1"/>
              </a:solidFill>
              <a:latin typeface="Fredoka One"/>
              <a:ea typeface="Fredoka One"/>
              <a:cs typeface="Fredoka One"/>
              <a:sym typeface="Fredoka One"/>
            </a:endParaRPr>
          </a:p>
        </p:txBody>
      </p:sp>
      <p:sp>
        <p:nvSpPr>
          <p:cNvPr id="476" name="Google Shape;476;p33"/>
          <p:cNvSpPr/>
          <p:nvPr/>
        </p:nvSpPr>
        <p:spPr>
          <a:xfrm>
            <a:off x="5552725" y="328625"/>
            <a:ext cx="858600" cy="82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7" name="Google Shape;477;p33"/>
          <p:cNvSpPr txBox="1"/>
          <p:nvPr/>
        </p:nvSpPr>
        <p:spPr>
          <a:xfrm>
            <a:off x="5321825"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Bird Watching</a:t>
            </a:r>
            <a:endParaRPr sz="1200" u="sng">
              <a:solidFill>
                <a:schemeClr val="dk1"/>
              </a:solidFill>
              <a:latin typeface="Fredoka One"/>
              <a:ea typeface="Fredoka One"/>
              <a:cs typeface="Fredoka One"/>
              <a:sym typeface="Fredoka One"/>
            </a:endParaRPr>
          </a:p>
        </p:txBody>
      </p:sp>
      <p:sp>
        <p:nvSpPr>
          <p:cNvPr id="478" name="Google Shape;478;p33"/>
          <p:cNvSpPr/>
          <p:nvPr/>
        </p:nvSpPr>
        <p:spPr>
          <a:xfrm>
            <a:off x="6824275" y="229850"/>
            <a:ext cx="1006500" cy="997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3"/>
          <p:cNvSpPr txBox="1"/>
          <p:nvPr/>
        </p:nvSpPr>
        <p:spPr>
          <a:xfrm>
            <a:off x="6634100"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Bingo </a:t>
            </a:r>
            <a:endParaRPr sz="1200" u="sng">
              <a:solidFill>
                <a:schemeClr val="dk1"/>
              </a:solidFill>
              <a:latin typeface="Fredoka One"/>
              <a:ea typeface="Fredoka One"/>
              <a:cs typeface="Fredoka One"/>
              <a:sym typeface="Fredoka One"/>
            </a:endParaRPr>
          </a:p>
        </p:txBody>
      </p:sp>
      <p:sp>
        <p:nvSpPr>
          <p:cNvPr id="480" name="Google Shape;480;p33"/>
          <p:cNvSpPr/>
          <p:nvPr/>
        </p:nvSpPr>
        <p:spPr>
          <a:xfrm>
            <a:off x="8127225" y="217250"/>
            <a:ext cx="750000" cy="102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33"/>
          <p:cNvSpPr txBox="1"/>
          <p:nvPr/>
        </p:nvSpPr>
        <p:spPr>
          <a:xfrm>
            <a:off x="7853175"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Cooking</a:t>
            </a:r>
            <a:endParaRPr sz="1200" u="sng">
              <a:solidFill>
                <a:schemeClr val="dk1"/>
              </a:solidFill>
              <a:latin typeface="Fredoka One"/>
              <a:ea typeface="Fredoka One"/>
              <a:cs typeface="Fredoka One"/>
              <a:sym typeface="Fredoka One"/>
            </a:endParaRPr>
          </a:p>
        </p:txBody>
      </p:sp>
      <p:sp>
        <p:nvSpPr>
          <p:cNvPr id="482" name="Google Shape;482;p33"/>
          <p:cNvSpPr/>
          <p:nvPr/>
        </p:nvSpPr>
        <p:spPr>
          <a:xfrm>
            <a:off x="2904275" y="1662600"/>
            <a:ext cx="858600" cy="82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p33"/>
          <p:cNvSpPr txBox="1"/>
          <p:nvPr/>
        </p:nvSpPr>
        <p:spPr>
          <a:xfrm>
            <a:off x="2667275" y="2527925"/>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Dancing</a:t>
            </a:r>
            <a:endParaRPr sz="1200" u="sng">
              <a:solidFill>
                <a:schemeClr val="dk1"/>
              </a:solidFill>
              <a:latin typeface="Fredoka One"/>
              <a:ea typeface="Fredoka One"/>
              <a:cs typeface="Fredoka One"/>
              <a:sym typeface="Fredoka One"/>
            </a:endParaRPr>
          </a:p>
        </p:txBody>
      </p:sp>
      <p:sp>
        <p:nvSpPr>
          <p:cNvPr id="484" name="Google Shape;484;p33"/>
          <p:cNvSpPr/>
          <p:nvPr/>
        </p:nvSpPr>
        <p:spPr>
          <a:xfrm>
            <a:off x="4240125" y="1578600"/>
            <a:ext cx="927300" cy="913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33"/>
          <p:cNvSpPr txBox="1"/>
          <p:nvPr/>
        </p:nvSpPr>
        <p:spPr>
          <a:xfrm>
            <a:off x="4002500" y="2527925"/>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Exercise</a:t>
            </a:r>
            <a:endParaRPr sz="1200" u="sng">
              <a:solidFill>
                <a:schemeClr val="dk1"/>
              </a:solidFill>
              <a:latin typeface="Fredoka One"/>
              <a:ea typeface="Fredoka One"/>
              <a:cs typeface="Fredoka One"/>
              <a:sym typeface="Fredoka One"/>
            </a:endParaRPr>
          </a:p>
        </p:txBody>
      </p:sp>
      <p:sp>
        <p:nvSpPr>
          <p:cNvPr id="486" name="Google Shape;486;p33"/>
          <p:cNvSpPr/>
          <p:nvPr/>
        </p:nvSpPr>
        <p:spPr>
          <a:xfrm>
            <a:off x="5526875" y="1591224"/>
            <a:ext cx="927300" cy="913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33"/>
          <p:cNvSpPr txBox="1"/>
          <p:nvPr/>
        </p:nvSpPr>
        <p:spPr>
          <a:xfrm>
            <a:off x="5319300" y="2527925"/>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Fishing</a:t>
            </a:r>
            <a:endParaRPr sz="1200" u="sng">
              <a:solidFill>
                <a:schemeClr val="dk1"/>
              </a:solidFill>
              <a:latin typeface="Fredoka One"/>
              <a:ea typeface="Fredoka One"/>
              <a:cs typeface="Fredoka One"/>
              <a:sym typeface="Fredoka One"/>
            </a:endParaRPr>
          </a:p>
        </p:txBody>
      </p:sp>
      <p:sp>
        <p:nvSpPr>
          <p:cNvPr id="488" name="Google Shape;488;p33"/>
          <p:cNvSpPr/>
          <p:nvPr/>
        </p:nvSpPr>
        <p:spPr>
          <a:xfrm>
            <a:off x="6688600" y="1620600"/>
            <a:ext cx="1130400" cy="82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33"/>
          <p:cNvSpPr txBox="1"/>
          <p:nvPr/>
        </p:nvSpPr>
        <p:spPr>
          <a:xfrm>
            <a:off x="6661225" y="249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Gardening</a:t>
            </a:r>
            <a:endParaRPr sz="1200" u="sng">
              <a:solidFill>
                <a:schemeClr val="dk1"/>
              </a:solidFill>
              <a:latin typeface="Fredoka One"/>
              <a:ea typeface="Fredoka One"/>
              <a:cs typeface="Fredoka One"/>
              <a:sym typeface="Fredoka One"/>
            </a:endParaRPr>
          </a:p>
        </p:txBody>
      </p:sp>
      <p:sp>
        <p:nvSpPr>
          <p:cNvPr id="490" name="Google Shape;490;p33"/>
          <p:cNvSpPr/>
          <p:nvPr/>
        </p:nvSpPr>
        <p:spPr>
          <a:xfrm>
            <a:off x="8204775" y="1620600"/>
            <a:ext cx="629400" cy="8298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1" name="Google Shape;491;p33"/>
          <p:cNvSpPr txBox="1"/>
          <p:nvPr/>
        </p:nvSpPr>
        <p:spPr>
          <a:xfrm>
            <a:off x="7711825" y="2527925"/>
            <a:ext cx="16494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Instruments</a:t>
            </a:r>
            <a:endParaRPr sz="1200" u="sng">
              <a:solidFill>
                <a:schemeClr val="dk1"/>
              </a:solidFill>
              <a:latin typeface="Fredoka One"/>
              <a:ea typeface="Fredoka One"/>
              <a:cs typeface="Fredoka One"/>
              <a:sym typeface="Fredoka One"/>
            </a:endParaRPr>
          </a:p>
        </p:txBody>
      </p:sp>
      <p:sp>
        <p:nvSpPr>
          <p:cNvPr id="492" name="Google Shape;492;p33"/>
          <p:cNvSpPr/>
          <p:nvPr/>
        </p:nvSpPr>
        <p:spPr>
          <a:xfrm>
            <a:off x="2830325" y="2895825"/>
            <a:ext cx="1006500" cy="997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3" name="Google Shape;493;p33"/>
          <p:cNvSpPr txBox="1"/>
          <p:nvPr/>
        </p:nvSpPr>
        <p:spPr>
          <a:xfrm>
            <a:off x="2459350" y="3813450"/>
            <a:ext cx="16248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Knitting &amp; </a:t>
            </a:r>
            <a:r>
              <a:rPr lang="en-GB" sz="1200" u="sng">
                <a:solidFill>
                  <a:schemeClr val="dk1"/>
                </a:solidFill>
                <a:latin typeface="Fredoka One"/>
                <a:ea typeface="Fredoka One"/>
                <a:cs typeface="Fredoka One"/>
                <a:sym typeface="Fredoka One"/>
              </a:rPr>
              <a:t>Crochet</a:t>
            </a:r>
            <a:endParaRPr sz="1200" u="sng">
              <a:solidFill>
                <a:schemeClr val="dk1"/>
              </a:solidFill>
              <a:latin typeface="Fredoka One"/>
              <a:ea typeface="Fredoka One"/>
              <a:cs typeface="Fredoka One"/>
              <a:sym typeface="Fredoka One"/>
            </a:endParaRPr>
          </a:p>
        </p:txBody>
      </p:sp>
      <p:sp>
        <p:nvSpPr>
          <p:cNvPr id="494" name="Google Shape;494;p33"/>
          <p:cNvSpPr/>
          <p:nvPr/>
        </p:nvSpPr>
        <p:spPr>
          <a:xfrm>
            <a:off x="4256950" y="2979825"/>
            <a:ext cx="858600" cy="82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33"/>
          <p:cNvSpPr txBox="1"/>
          <p:nvPr/>
        </p:nvSpPr>
        <p:spPr>
          <a:xfrm>
            <a:off x="3961475" y="3813450"/>
            <a:ext cx="15009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Leisurely Rowing</a:t>
            </a:r>
            <a:endParaRPr sz="1200" u="sng">
              <a:solidFill>
                <a:schemeClr val="dk1"/>
              </a:solidFill>
              <a:latin typeface="Fredoka One"/>
              <a:ea typeface="Fredoka One"/>
              <a:cs typeface="Fredoka One"/>
              <a:sym typeface="Fredoka One"/>
            </a:endParaRPr>
          </a:p>
        </p:txBody>
      </p:sp>
      <p:sp>
        <p:nvSpPr>
          <p:cNvPr id="496" name="Google Shape;496;p33"/>
          <p:cNvSpPr/>
          <p:nvPr/>
        </p:nvSpPr>
        <p:spPr>
          <a:xfrm>
            <a:off x="5500775" y="2937825"/>
            <a:ext cx="927300" cy="913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7" name="Google Shape;497;p33"/>
          <p:cNvSpPr txBox="1"/>
          <p:nvPr/>
        </p:nvSpPr>
        <p:spPr>
          <a:xfrm>
            <a:off x="5298125" y="38134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Meditation</a:t>
            </a:r>
            <a:endParaRPr sz="1200" u="sng">
              <a:solidFill>
                <a:schemeClr val="dk1"/>
              </a:solidFill>
              <a:latin typeface="Fredoka One"/>
              <a:ea typeface="Fredoka One"/>
              <a:cs typeface="Fredoka One"/>
              <a:sym typeface="Fredoka One"/>
            </a:endParaRPr>
          </a:p>
        </p:txBody>
      </p:sp>
      <p:sp>
        <p:nvSpPr>
          <p:cNvPr id="498" name="Google Shape;498;p33"/>
          <p:cNvSpPr/>
          <p:nvPr/>
        </p:nvSpPr>
        <p:spPr>
          <a:xfrm>
            <a:off x="6901563" y="2937825"/>
            <a:ext cx="693600" cy="9138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33"/>
          <p:cNvSpPr txBox="1"/>
          <p:nvPr/>
        </p:nvSpPr>
        <p:spPr>
          <a:xfrm>
            <a:off x="6612900" y="38134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Pen Pal</a:t>
            </a:r>
            <a:endParaRPr sz="1200" u="sng">
              <a:solidFill>
                <a:schemeClr val="dk1"/>
              </a:solidFill>
              <a:latin typeface="Fredoka One"/>
              <a:ea typeface="Fredoka One"/>
              <a:cs typeface="Fredoka One"/>
              <a:sym typeface="Fredoka One"/>
            </a:endParaRPr>
          </a:p>
        </p:txBody>
      </p:sp>
      <p:sp>
        <p:nvSpPr>
          <p:cNvPr id="500" name="Google Shape;500;p33"/>
          <p:cNvSpPr/>
          <p:nvPr/>
        </p:nvSpPr>
        <p:spPr>
          <a:xfrm>
            <a:off x="7971325" y="2979825"/>
            <a:ext cx="1130400" cy="82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33"/>
          <p:cNvSpPr txBox="1"/>
          <p:nvPr/>
        </p:nvSpPr>
        <p:spPr>
          <a:xfrm>
            <a:off x="7844825" y="38134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Photography</a:t>
            </a:r>
            <a:endParaRPr sz="1200" u="sng">
              <a:solidFill>
                <a:schemeClr val="dk1"/>
              </a:solidFill>
              <a:latin typeface="Fredoka One"/>
              <a:ea typeface="Fredoka One"/>
              <a:cs typeface="Fredoka One"/>
              <a:sym typeface="Fredoka One"/>
            </a:endParaRPr>
          </a:p>
        </p:txBody>
      </p:sp>
      <p:sp>
        <p:nvSpPr>
          <p:cNvPr id="502" name="Google Shape;502;p33"/>
          <p:cNvSpPr/>
          <p:nvPr/>
        </p:nvSpPr>
        <p:spPr>
          <a:xfrm>
            <a:off x="6419250" y="4440050"/>
            <a:ext cx="2604000" cy="397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33"/>
          <p:cNvSpPr txBox="1"/>
          <p:nvPr/>
        </p:nvSpPr>
        <p:spPr>
          <a:xfrm>
            <a:off x="6669600" y="4440050"/>
            <a:ext cx="21033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lt1"/>
                </a:solidFill>
                <a:latin typeface="Fredoka One"/>
                <a:ea typeface="Fredoka One"/>
                <a:cs typeface="Fredoka One"/>
                <a:sym typeface="Fredoka One"/>
              </a:rPr>
              <a:t>Go to Next Page</a:t>
            </a:r>
            <a:endParaRPr sz="1200" u="sng">
              <a:solidFill>
                <a:schemeClr val="lt1"/>
              </a:solidFill>
              <a:latin typeface="Fredoka One"/>
              <a:ea typeface="Fredoka One"/>
              <a:cs typeface="Fredoka One"/>
              <a:sym typeface="Fredoka One"/>
            </a:endParaRPr>
          </a:p>
        </p:txBody>
      </p:sp>
      <p:sp>
        <p:nvSpPr>
          <p:cNvPr id="504" name="Google Shape;504;p33"/>
          <p:cNvSpPr txBox="1"/>
          <p:nvPr/>
        </p:nvSpPr>
        <p:spPr>
          <a:xfrm>
            <a:off x="5500775" y="44687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dk1"/>
                </a:solidFill>
                <a:latin typeface="Fredoka One"/>
                <a:ea typeface="Fredoka One"/>
                <a:cs typeface="Fredoka One"/>
                <a:sym typeface="Fredoka One"/>
              </a:rPr>
              <a:t>&gt;&gt;&gt;</a:t>
            </a:r>
            <a:endParaRPr sz="1200">
              <a:solidFill>
                <a:schemeClr val="dk1"/>
              </a:solidFill>
              <a:latin typeface="Fredoka One"/>
              <a:ea typeface="Fredoka One"/>
              <a:cs typeface="Fredoka One"/>
              <a:sym typeface="Fredoka On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4"/>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10" name="Google Shape;510;p34"/>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511" name="Google Shape;511;p34"/>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512" name="Google Shape;512;p34"/>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513" name="Google Shape;513;p34"/>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514" name="Google Shape;514;p34"/>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515" name="Google Shape;515;p34"/>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516" name="Google Shape;516;p34"/>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517" name="Google Shape;517;p34"/>
          <p:cNvSpPr/>
          <p:nvPr/>
        </p:nvSpPr>
        <p:spPr>
          <a:xfrm>
            <a:off x="279225" y="32063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18" name="Google Shape;518;p34"/>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519" name="Google Shape;519;p34"/>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520" name="Google Shape;520;p34"/>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521" name="Google Shape;521;p34"/>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522" name="Google Shape;522;p34"/>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Activities</a:t>
            </a:r>
            <a:endParaRPr sz="1800">
              <a:solidFill>
                <a:schemeClr val="dk1"/>
              </a:solidFill>
              <a:latin typeface="Fredoka One"/>
              <a:ea typeface="Fredoka One"/>
              <a:cs typeface="Fredoka One"/>
              <a:sym typeface="Fredoka One"/>
            </a:endParaRPr>
          </a:p>
        </p:txBody>
      </p:sp>
      <p:sp>
        <p:nvSpPr>
          <p:cNvPr id="523" name="Google Shape;523;p34"/>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524" name="Google Shape;524;p34"/>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525" name="Google Shape;525;p34"/>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526" name="Google Shape;526;p34"/>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527" name="Google Shape;527;p34"/>
          <p:cNvSpPr txBox="1"/>
          <p:nvPr/>
        </p:nvSpPr>
        <p:spPr>
          <a:xfrm>
            <a:off x="81061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Evan Gao</a:t>
            </a:r>
            <a:endParaRPr sz="500">
              <a:solidFill>
                <a:schemeClr val="dk2"/>
              </a:solidFill>
            </a:endParaRPr>
          </a:p>
          <a:p>
            <a:pPr indent="0" lvl="0" marL="0" rtl="0" algn="l">
              <a:spcBef>
                <a:spcPts val="0"/>
              </a:spcBef>
              <a:spcAft>
                <a:spcPts val="0"/>
              </a:spcAft>
              <a:buNone/>
            </a:pPr>
            <a:r>
              <a:t/>
            </a:r>
            <a:endParaRPr sz="500">
              <a:solidFill>
                <a:schemeClr val="dk2"/>
              </a:solidFill>
            </a:endParaRPr>
          </a:p>
        </p:txBody>
      </p:sp>
      <p:sp>
        <p:nvSpPr>
          <p:cNvPr id="528" name="Google Shape;528;p34"/>
          <p:cNvSpPr txBox="1"/>
          <p:nvPr/>
        </p:nvSpPr>
        <p:spPr>
          <a:xfrm>
            <a:off x="2677725"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Pottery</a:t>
            </a:r>
            <a:endParaRPr sz="1200" u="sng">
              <a:solidFill>
                <a:schemeClr val="dk1"/>
              </a:solidFill>
              <a:latin typeface="Fredoka One"/>
              <a:ea typeface="Fredoka One"/>
              <a:cs typeface="Fredoka One"/>
              <a:sym typeface="Fredoka One"/>
            </a:endParaRPr>
          </a:p>
        </p:txBody>
      </p:sp>
      <p:sp>
        <p:nvSpPr>
          <p:cNvPr id="529" name="Google Shape;529;p34"/>
          <p:cNvSpPr/>
          <p:nvPr/>
        </p:nvSpPr>
        <p:spPr>
          <a:xfrm>
            <a:off x="4183000" y="229850"/>
            <a:ext cx="1006500" cy="99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34"/>
          <p:cNvSpPr/>
          <p:nvPr/>
        </p:nvSpPr>
        <p:spPr>
          <a:xfrm>
            <a:off x="2748575" y="328600"/>
            <a:ext cx="1130400" cy="82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34"/>
          <p:cNvSpPr txBox="1"/>
          <p:nvPr/>
        </p:nvSpPr>
        <p:spPr>
          <a:xfrm>
            <a:off x="4106700"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Puzzles</a:t>
            </a:r>
            <a:endParaRPr sz="1200" u="sng">
              <a:solidFill>
                <a:schemeClr val="dk1"/>
              </a:solidFill>
              <a:latin typeface="Fredoka One"/>
              <a:ea typeface="Fredoka One"/>
              <a:cs typeface="Fredoka One"/>
              <a:sym typeface="Fredoka One"/>
            </a:endParaRPr>
          </a:p>
        </p:txBody>
      </p:sp>
      <p:sp>
        <p:nvSpPr>
          <p:cNvPr id="532" name="Google Shape;532;p34"/>
          <p:cNvSpPr/>
          <p:nvPr/>
        </p:nvSpPr>
        <p:spPr>
          <a:xfrm>
            <a:off x="6818925" y="244600"/>
            <a:ext cx="858600" cy="82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34"/>
          <p:cNvSpPr txBox="1"/>
          <p:nvPr/>
        </p:nvSpPr>
        <p:spPr>
          <a:xfrm>
            <a:off x="5396400" y="12276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Reading Club</a:t>
            </a:r>
            <a:endParaRPr sz="1200" u="sng">
              <a:solidFill>
                <a:schemeClr val="dk1"/>
              </a:solidFill>
              <a:latin typeface="Fredoka One"/>
              <a:ea typeface="Fredoka One"/>
              <a:cs typeface="Fredoka One"/>
              <a:sym typeface="Fredoka One"/>
            </a:endParaRPr>
          </a:p>
        </p:txBody>
      </p:sp>
      <p:sp>
        <p:nvSpPr>
          <p:cNvPr id="534" name="Google Shape;534;p34"/>
          <p:cNvSpPr/>
          <p:nvPr/>
        </p:nvSpPr>
        <p:spPr>
          <a:xfrm>
            <a:off x="5535675" y="160600"/>
            <a:ext cx="1006500" cy="997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34"/>
          <p:cNvSpPr txBox="1"/>
          <p:nvPr/>
        </p:nvSpPr>
        <p:spPr>
          <a:xfrm>
            <a:off x="6581925"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Card Games</a:t>
            </a:r>
            <a:r>
              <a:rPr lang="en-GB" sz="1200" u="sng">
                <a:solidFill>
                  <a:schemeClr val="dk1"/>
                </a:solidFill>
                <a:latin typeface="Fredoka One"/>
                <a:ea typeface="Fredoka One"/>
                <a:cs typeface="Fredoka One"/>
                <a:sym typeface="Fredoka One"/>
              </a:rPr>
              <a:t> </a:t>
            </a:r>
            <a:endParaRPr sz="1200" u="sng">
              <a:solidFill>
                <a:schemeClr val="dk1"/>
              </a:solidFill>
              <a:latin typeface="Fredoka One"/>
              <a:ea typeface="Fredoka One"/>
              <a:cs typeface="Fredoka One"/>
              <a:sym typeface="Fredoka One"/>
            </a:endParaRPr>
          </a:p>
        </p:txBody>
      </p:sp>
      <p:sp>
        <p:nvSpPr>
          <p:cNvPr id="536" name="Google Shape;536;p34"/>
          <p:cNvSpPr/>
          <p:nvPr/>
        </p:nvSpPr>
        <p:spPr>
          <a:xfrm>
            <a:off x="8136125" y="1639047"/>
            <a:ext cx="750000" cy="79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34"/>
          <p:cNvSpPr txBox="1"/>
          <p:nvPr/>
        </p:nvSpPr>
        <p:spPr>
          <a:xfrm>
            <a:off x="7853175" y="124240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Cooking</a:t>
            </a:r>
            <a:endParaRPr sz="1200" u="sng">
              <a:solidFill>
                <a:schemeClr val="dk1"/>
              </a:solidFill>
              <a:latin typeface="Fredoka One"/>
              <a:ea typeface="Fredoka One"/>
              <a:cs typeface="Fredoka One"/>
              <a:sym typeface="Fredoka One"/>
            </a:endParaRPr>
          </a:p>
        </p:txBody>
      </p:sp>
      <p:sp>
        <p:nvSpPr>
          <p:cNvPr id="538" name="Google Shape;538;p34"/>
          <p:cNvSpPr/>
          <p:nvPr/>
        </p:nvSpPr>
        <p:spPr>
          <a:xfrm>
            <a:off x="4283313" y="1688838"/>
            <a:ext cx="858600" cy="82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34"/>
          <p:cNvSpPr txBox="1"/>
          <p:nvPr/>
        </p:nvSpPr>
        <p:spPr>
          <a:xfrm>
            <a:off x="2667275" y="2527925"/>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Dancing</a:t>
            </a:r>
            <a:endParaRPr sz="1200" u="sng">
              <a:solidFill>
                <a:schemeClr val="dk1"/>
              </a:solidFill>
              <a:latin typeface="Fredoka One"/>
              <a:ea typeface="Fredoka One"/>
              <a:cs typeface="Fredoka One"/>
              <a:sym typeface="Fredoka One"/>
            </a:endParaRPr>
          </a:p>
        </p:txBody>
      </p:sp>
      <p:sp>
        <p:nvSpPr>
          <p:cNvPr id="540" name="Google Shape;540;p34"/>
          <p:cNvSpPr/>
          <p:nvPr/>
        </p:nvSpPr>
        <p:spPr>
          <a:xfrm>
            <a:off x="5575263" y="1646850"/>
            <a:ext cx="927300" cy="913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34"/>
          <p:cNvSpPr txBox="1"/>
          <p:nvPr/>
        </p:nvSpPr>
        <p:spPr>
          <a:xfrm>
            <a:off x="4084025" y="2527925"/>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Exercise</a:t>
            </a:r>
            <a:endParaRPr sz="1200" u="sng">
              <a:solidFill>
                <a:schemeClr val="dk1"/>
              </a:solidFill>
              <a:latin typeface="Fredoka One"/>
              <a:ea typeface="Fredoka One"/>
              <a:cs typeface="Fredoka One"/>
              <a:sym typeface="Fredoka One"/>
            </a:endParaRPr>
          </a:p>
        </p:txBody>
      </p:sp>
      <p:sp>
        <p:nvSpPr>
          <p:cNvPr id="542" name="Google Shape;542;p34"/>
          <p:cNvSpPr/>
          <p:nvPr/>
        </p:nvSpPr>
        <p:spPr>
          <a:xfrm>
            <a:off x="2843475" y="1604838"/>
            <a:ext cx="1006500" cy="997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4"/>
          <p:cNvSpPr txBox="1"/>
          <p:nvPr/>
        </p:nvSpPr>
        <p:spPr>
          <a:xfrm>
            <a:off x="5372625" y="2527925"/>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Fishing</a:t>
            </a:r>
            <a:endParaRPr sz="1200" u="sng">
              <a:solidFill>
                <a:schemeClr val="dk1"/>
              </a:solidFill>
              <a:latin typeface="Fredoka One"/>
              <a:ea typeface="Fredoka One"/>
              <a:cs typeface="Fredoka One"/>
              <a:sym typeface="Fredoka One"/>
            </a:endParaRPr>
          </a:p>
        </p:txBody>
      </p:sp>
      <p:sp>
        <p:nvSpPr>
          <p:cNvPr id="544" name="Google Shape;544;p34"/>
          <p:cNvSpPr/>
          <p:nvPr/>
        </p:nvSpPr>
        <p:spPr>
          <a:xfrm>
            <a:off x="7945925" y="2907563"/>
            <a:ext cx="1130400" cy="82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34"/>
          <p:cNvSpPr txBox="1"/>
          <p:nvPr/>
        </p:nvSpPr>
        <p:spPr>
          <a:xfrm>
            <a:off x="6584325" y="2527925"/>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Gardening</a:t>
            </a:r>
            <a:endParaRPr sz="1200" u="sng">
              <a:solidFill>
                <a:schemeClr val="dk1"/>
              </a:solidFill>
              <a:latin typeface="Fredoka One"/>
              <a:ea typeface="Fredoka One"/>
              <a:cs typeface="Fredoka One"/>
              <a:sym typeface="Fredoka One"/>
            </a:endParaRPr>
          </a:p>
        </p:txBody>
      </p:sp>
      <p:sp>
        <p:nvSpPr>
          <p:cNvPr id="546" name="Google Shape;546;p34"/>
          <p:cNvSpPr/>
          <p:nvPr/>
        </p:nvSpPr>
        <p:spPr>
          <a:xfrm>
            <a:off x="6935925" y="1620600"/>
            <a:ext cx="629400" cy="8298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34"/>
          <p:cNvSpPr txBox="1"/>
          <p:nvPr/>
        </p:nvSpPr>
        <p:spPr>
          <a:xfrm>
            <a:off x="7694775" y="2492400"/>
            <a:ext cx="16494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Leisurely Rowing</a:t>
            </a:r>
            <a:endParaRPr sz="1200" u="sng">
              <a:solidFill>
                <a:schemeClr val="dk1"/>
              </a:solidFill>
              <a:latin typeface="Fredoka One"/>
              <a:ea typeface="Fredoka One"/>
              <a:cs typeface="Fredoka One"/>
              <a:sym typeface="Fredoka One"/>
            </a:endParaRPr>
          </a:p>
        </p:txBody>
      </p:sp>
      <p:sp>
        <p:nvSpPr>
          <p:cNvPr id="548" name="Google Shape;548;p34"/>
          <p:cNvSpPr/>
          <p:nvPr/>
        </p:nvSpPr>
        <p:spPr>
          <a:xfrm>
            <a:off x="4225075" y="2895825"/>
            <a:ext cx="1006500" cy="9978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34"/>
          <p:cNvSpPr txBox="1"/>
          <p:nvPr/>
        </p:nvSpPr>
        <p:spPr>
          <a:xfrm>
            <a:off x="2543525" y="3813450"/>
            <a:ext cx="15405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Meditation</a:t>
            </a:r>
            <a:endParaRPr sz="1200" u="sng">
              <a:solidFill>
                <a:schemeClr val="dk1"/>
              </a:solidFill>
              <a:latin typeface="Fredoka One"/>
              <a:ea typeface="Fredoka One"/>
              <a:cs typeface="Fredoka One"/>
              <a:sym typeface="Fredoka One"/>
            </a:endParaRPr>
          </a:p>
        </p:txBody>
      </p:sp>
      <p:sp>
        <p:nvSpPr>
          <p:cNvPr id="550" name="Google Shape;550;p34"/>
          <p:cNvSpPr/>
          <p:nvPr/>
        </p:nvSpPr>
        <p:spPr>
          <a:xfrm>
            <a:off x="2914725" y="2954600"/>
            <a:ext cx="858600" cy="82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34"/>
          <p:cNvSpPr txBox="1"/>
          <p:nvPr/>
        </p:nvSpPr>
        <p:spPr>
          <a:xfrm>
            <a:off x="4019950" y="38134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Instruments</a:t>
            </a:r>
            <a:endParaRPr sz="1200" u="sng">
              <a:solidFill>
                <a:schemeClr val="dk1"/>
              </a:solidFill>
              <a:latin typeface="Fredoka One"/>
              <a:ea typeface="Fredoka One"/>
              <a:cs typeface="Fredoka One"/>
              <a:sym typeface="Fredoka One"/>
            </a:endParaRPr>
          </a:p>
        </p:txBody>
      </p:sp>
      <p:sp>
        <p:nvSpPr>
          <p:cNvPr id="552" name="Google Shape;552;p34"/>
          <p:cNvSpPr/>
          <p:nvPr/>
        </p:nvSpPr>
        <p:spPr>
          <a:xfrm>
            <a:off x="6815550" y="2912600"/>
            <a:ext cx="927300" cy="913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34"/>
          <p:cNvSpPr txBox="1"/>
          <p:nvPr/>
        </p:nvSpPr>
        <p:spPr>
          <a:xfrm>
            <a:off x="5298125" y="38134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Photography</a:t>
            </a:r>
            <a:endParaRPr sz="1200" u="sng">
              <a:solidFill>
                <a:schemeClr val="dk1"/>
              </a:solidFill>
              <a:latin typeface="Fredoka One"/>
              <a:ea typeface="Fredoka One"/>
              <a:cs typeface="Fredoka One"/>
              <a:sym typeface="Fredoka One"/>
            </a:endParaRPr>
          </a:p>
        </p:txBody>
      </p:sp>
      <p:sp>
        <p:nvSpPr>
          <p:cNvPr id="554" name="Google Shape;554;p34"/>
          <p:cNvSpPr/>
          <p:nvPr/>
        </p:nvSpPr>
        <p:spPr>
          <a:xfrm>
            <a:off x="5700063" y="2912600"/>
            <a:ext cx="629400" cy="913800"/>
          </a:xfrm>
          <a:prstGeom prst="round2Diag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34"/>
          <p:cNvSpPr txBox="1"/>
          <p:nvPr/>
        </p:nvSpPr>
        <p:spPr>
          <a:xfrm>
            <a:off x="6612900" y="38134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Yoga</a:t>
            </a:r>
            <a:endParaRPr sz="1200" u="sng">
              <a:solidFill>
                <a:schemeClr val="dk1"/>
              </a:solidFill>
              <a:latin typeface="Fredoka One"/>
              <a:ea typeface="Fredoka One"/>
              <a:cs typeface="Fredoka One"/>
              <a:sym typeface="Fredoka One"/>
            </a:endParaRPr>
          </a:p>
        </p:txBody>
      </p:sp>
      <p:sp>
        <p:nvSpPr>
          <p:cNvPr id="556" name="Google Shape;556;p34"/>
          <p:cNvSpPr/>
          <p:nvPr/>
        </p:nvSpPr>
        <p:spPr>
          <a:xfrm>
            <a:off x="7954275" y="244600"/>
            <a:ext cx="1130400" cy="829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34"/>
          <p:cNvSpPr txBox="1"/>
          <p:nvPr/>
        </p:nvSpPr>
        <p:spPr>
          <a:xfrm>
            <a:off x="7844825" y="3813450"/>
            <a:ext cx="13326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u="sng">
                <a:solidFill>
                  <a:schemeClr val="dk1"/>
                </a:solidFill>
                <a:latin typeface="Fredoka One"/>
                <a:ea typeface="Fredoka One"/>
                <a:cs typeface="Fredoka One"/>
                <a:sym typeface="Fredoka One"/>
              </a:rPr>
              <a:t>Pottery</a:t>
            </a:r>
            <a:endParaRPr sz="1200" u="sng">
              <a:solidFill>
                <a:schemeClr val="dk1"/>
              </a:solidFill>
              <a:latin typeface="Fredoka One"/>
              <a:ea typeface="Fredoka One"/>
              <a:cs typeface="Fredoka One"/>
              <a:sym typeface="Fredoka On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5"/>
          <p:cNvSpPr/>
          <p:nvPr/>
        </p:nvSpPr>
        <p:spPr>
          <a:xfrm rot="-1737829">
            <a:off x="1763257" y="3768261"/>
            <a:ext cx="2022686" cy="1116825"/>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35"/>
          <p:cNvSpPr/>
          <p:nvPr/>
        </p:nvSpPr>
        <p:spPr>
          <a:xfrm>
            <a:off x="6257725" y="3336950"/>
            <a:ext cx="2886300" cy="488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35"/>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65" name="Google Shape;565;p35"/>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566" name="Google Shape;566;p35"/>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567" name="Google Shape;567;p35"/>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568" name="Google Shape;568;p35"/>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569" name="Google Shape;569;p35"/>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570" name="Google Shape;570;p35"/>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571" name="Google Shape;571;p35"/>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572" name="Google Shape;572;p35"/>
          <p:cNvSpPr/>
          <p:nvPr/>
        </p:nvSpPr>
        <p:spPr>
          <a:xfrm>
            <a:off x="279225" y="32063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73" name="Google Shape;573;p35"/>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574" name="Google Shape;574;p35"/>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575" name="Google Shape;575;p35"/>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576" name="Google Shape;576;p35"/>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577" name="Google Shape;577;p35"/>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Activities</a:t>
            </a:r>
            <a:endParaRPr sz="1800">
              <a:solidFill>
                <a:schemeClr val="dk1"/>
              </a:solidFill>
              <a:latin typeface="Fredoka One"/>
              <a:ea typeface="Fredoka One"/>
              <a:cs typeface="Fredoka One"/>
              <a:sym typeface="Fredoka One"/>
            </a:endParaRPr>
          </a:p>
        </p:txBody>
      </p:sp>
      <p:sp>
        <p:nvSpPr>
          <p:cNvPr id="578" name="Google Shape;578;p35"/>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579" name="Google Shape;579;p35"/>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580" name="Google Shape;580;p35"/>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581" name="Google Shape;581;p35"/>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582" name="Google Shape;582;p35"/>
          <p:cNvSpPr txBox="1"/>
          <p:nvPr/>
        </p:nvSpPr>
        <p:spPr>
          <a:xfrm>
            <a:off x="7661300" y="4881650"/>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Evan Gao and Ziggy Ward</a:t>
            </a:r>
            <a:endParaRPr sz="500">
              <a:solidFill>
                <a:schemeClr val="dk2"/>
              </a:solidFill>
            </a:endParaRPr>
          </a:p>
          <a:p>
            <a:pPr indent="0" lvl="0" marL="0" rtl="0" algn="l">
              <a:spcBef>
                <a:spcPts val="0"/>
              </a:spcBef>
              <a:spcAft>
                <a:spcPts val="0"/>
              </a:spcAft>
              <a:buNone/>
            </a:pPr>
            <a:r>
              <a:t/>
            </a:r>
            <a:endParaRPr sz="500">
              <a:solidFill>
                <a:schemeClr val="dk2"/>
              </a:solidFill>
            </a:endParaRPr>
          </a:p>
        </p:txBody>
      </p:sp>
      <p:sp>
        <p:nvSpPr>
          <p:cNvPr id="583" name="Google Shape;583;p35"/>
          <p:cNvSpPr/>
          <p:nvPr/>
        </p:nvSpPr>
        <p:spPr>
          <a:xfrm>
            <a:off x="2459350" y="0"/>
            <a:ext cx="6687900" cy="200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4" name="Google Shape;584;p35"/>
          <p:cNvSpPr txBox="1"/>
          <p:nvPr/>
        </p:nvSpPr>
        <p:spPr>
          <a:xfrm>
            <a:off x="4554998" y="756450"/>
            <a:ext cx="29658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u="sng">
                <a:solidFill>
                  <a:schemeClr val="dk1"/>
                </a:solidFill>
                <a:latin typeface="Fredoka One"/>
                <a:ea typeface="Fredoka One"/>
                <a:cs typeface="Fredoka One"/>
                <a:sym typeface="Fredoka One"/>
              </a:rPr>
              <a:t>LEISURELY ROWING</a:t>
            </a:r>
            <a:endParaRPr sz="2000" u="sng">
              <a:solidFill>
                <a:schemeClr val="dk1"/>
              </a:solidFill>
              <a:latin typeface="Fredoka One"/>
              <a:ea typeface="Fredoka One"/>
              <a:cs typeface="Fredoka One"/>
              <a:sym typeface="Fredoka One"/>
            </a:endParaRPr>
          </a:p>
        </p:txBody>
      </p:sp>
      <p:sp>
        <p:nvSpPr>
          <p:cNvPr id="585" name="Google Shape;585;p35"/>
          <p:cNvSpPr txBox="1"/>
          <p:nvPr/>
        </p:nvSpPr>
        <p:spPr>
          <a:xfrm>
            <a:off x="3756400" y="2076900"/>
            <a:ext cx="12501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Fredoka One"/>
                <a:ea typeface="Fredoka One"/>
                <a:cs typeface="Fredoka One"/>
                <a:sym typeface="Fredoka One"/>
              </a:rPr>
              <a:t>ABOUT:</a:t>
            </a:r>
            <a:endParaRPr sz="2000">
              <a:solidFill>
                <a:schemeClr val="dk1"/>
              </a:solidFill>
              <a:latin typeface="Fredoka One"/>
              <a:ea typeface="Fredoka One"/>
              <a:cs typeface="Fredoka One"/>
              <a:sym typeface="Fredoka One"/>
            </a:endParaRPr>
          </a:p>
        </p:txBody>
      </p:sp>
      <p:sp>
        <p:nvSpPr>
          <p:cNvPr id="586" name="Google Shape;586;p35"/>
          <p:cNvSpPr txBox="1"/>
          <p:nvPr/>
        </p:nvSpPr>
        <p:spPr>
          <a:xfrm>
            <a:off x="2952713" y="2492400"/>
            <a:ext cx="2965800" cy="255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1"/>
                </a:solidFill>
                <a:latin typeface="Fredoka One"/>
                <a:ea typeface="Fredoka One"/>
                <a:cs typeface="Fredoka One"/>
                <a:sym typeface="Fredoka One"/>
              </a:rPr>
              <a:t>Want to view gentle waves lapping against the golden sand in the iconic </a:t>
            </a:r>
            <a:r>
              <a:rPr lang="en-GB" sz="1100" u="sng">
                <a:solidFill>
                  <a:schemeClr val="dk1"/>
                </a:solidFill>
                <a:latin typeface="Fredoka One"/>
                <a:ea typeface="Fredoka One"/>
                <a:cs typeface="Fredoka One"/>
                <a:sym typeface="Fredoka One"/>
              </a:rPr>
              <a:t>Rose Bay Beach</a:t>
            </a:r>
            <a:r>
              <a:rPr lang="en-GB" sz="1100">
                <a:solidFill>
                  <a:schemeClr val="dk1"/>
                </a:solidFill>
                <a:latin typeface="Fredoka One"/>
                <a:ea typeface="Fredoka One"/>
                <a:cs typeface="Fredoka One"/>
                <a:sym typeface="Fredoka One"/>
              </a:rPr>
              <a:t> at sunset? Join the excursions we provide to you and your </a:t>
            </a:r>
            <a:r>
              <a:rPr lang="en-GB" sz="1100">
                <a:solidFill>
                  <a:schemeClr val="dk1"/>
                </a:solidFill>
                <a:latin typeface="Fredoka One"/>
                <a:ea typeface="Fredoka One"/>
                <a:cs typeface="Fredoka One"/>
                <a:sym typeface="Fredoka One"/>
              </a:rPr>
              <a:t>friends</a:t>
            </a:r>
            <a:r>
              <a:rPr lang="en-GB" sz="1100">
                <a:solidFill>
                  <a:schemeClr val="dk1"/>
                </a:solidFill>
                <a:latin typeface="Fredoka One"/>
                <a:ea typeface="Fredoka One"/>
                <a:cs typeface="Fredoka One"/>
                <a:sym typeface="Fredoka One"/>
              </a:rPr>
              <a:t> going to places such as </a:t>
            </a:r>
            <a:r>
              <a:rPr lang="en-GB" sz="1100" u="sng">
                <a:solidFill>
                  <a:schemeClr val="dk1"/>
                </a:solidFill>
                <a:latin typeface="Fredoka One"/>
                <a:ea typeface="Fredoka One"/>
                <a:cs typeface="Fredoka One"/>
                <a:sym typeface="Fredoka One"/>
              </a:rPr>
              <a:t>Rose Bay Beach</a:t>
            </a:r>
            <a:r>
              <a:rPr lang="en-GB" sz="1100">
                <a:solidFill>
                  <a:schemeClr val="dk1"/>
                </a:solidFill>
                <a:latin typeface="Fredoka One"/>
                <a:ea typeface="Fredoka One"/>
                <a:cs typeface="Fredoka One"/>
                <a:sym typeface="Fredoka One"/>
              </a:rPr>
              <a:t>, </a:t>
            </a:r>
            <a:r>
              <a:rPr lang="en-GB" sz="1100" u="sng">
                <a:solidFill>
                  <a:schemeClr val="dk1"/>
                </a:solidFill>
                <a:latin typeface="Fredoka One"/>
                <a:ea typeface="Fredoka One"/>
                <a:cs typeface="Fredoka One"/>
                <a:sym typeface="Fredoka One"/>
              </a:rPr>
              <a:t>Minnamurra</a:t>
            </a:r>
            <a:r>
              <a:rPr lang="en-GB" sz="1100" u="sng">
                <a:solidFill>
                  <a:schemeClr val="dk1"/>
                </a:solidFill>
                <a:latin typeface="Fredoka One"/>
                <a:ea typeface="Fredoka One"/>
                <a:cs typeface="Fredoka One"/>
                <a:sym typeface="Fredoka One"/>
              </a:rPr>
              <a:t> River</a:t>
            </a:r>
            <a:r>
              <a:rPr lang="en-GB" sz="1100">
                <a:solidFill>
                  <a:schemeClr val="dk1"/>
                </a:solidFill>
                <a:latin typeface="Fredoka One"/>
                <a:ea typeface="Fredoka One"/>
                <a:cs typeface="Fredoka One"/>
                <a:sym typeface="Fredoka One"/>
              </a:rPr>
              <a:t> or</a:t>
            </a:r>
            <a:r>
              <a:rPr lang="en-GB" sz="1100" u="sng">
                <a:solidFill>
                  <a:schemeClr val="dk1"/>
                </a:solidFill>
                <a:latin typeface="Fredoka One"/>
                <a:ea typeface="Fredoka One"/>
                <a:cs typeface="Fredoka One"/>
                <a:sym typeface="Fredoka One"/>
              </a:rPr>
              <a:t> </a:t>
            </a:r>
            <a:r>
              <a:rPr lang="en-GB" sz="1100" u="sng">
                <a:solidFill>
                  <a:schemeClr val="dk1"/>
                </a:solidFill>
                <a:latin typeface="Fredoka One"/>
                <a:ea typeface="Fredoka One"/>
                <a:cs typeface="Fredoka One"/>
                <a:sym typeface="Fredoka One"/>
              </a:rPr>
              <a:t>Hawkesbury</a:t>
            </a:r>
            <a:r>
              <a:rPr lang="en-GB" sz="1100" u="sng">
                <a:solidFill>
                  <a:schemeClr val="dk1"/>
                </a:solidFill>
                <a:latin typeface="Fredoka One"/>
                <a:ea typeface="Fredoka One"/>
                <a:cs typeface="Fredoka One"/>
                <a:sym typeface="Fredoka One"/>
              </a:rPr>
              <a:t> River</a:t>
            </a:r>
            <a:r>
              <a:rPr lang="en-GB" sz="1100">
                <a:solidFill>
                  <a:schemeClr val="dk1"/>
                </a:solidFill>
                <a:latin typeface="Fredoka One"/>
                <a:ea typeface="Fredoka One"/>
                <a:cs typeface="Fredoka One"/>
                <a:sym typeface="Fredoka One"/>
              </a:rPr>
              <a:t>! The journey is yours, so come join our Rowing Club for a self-fulfilling experience amidst the beauty of nature.</a:t>
            </a:r>
            <a:endParaRPr sz="1100">
              <a:solidFill>
                <a:schemeClr val="dk1"/>
              </a:solidFill>
              <a:latin typeface="Fredoka One"/>
              <a:ea typeface="Fredoka One"/>
              <a:cs typeface="Fredoka One"/>
              <a:sym typeface="Fredoka One"/>
            </a:endParaRPr>
          </a:p>
        </p:txBody>
      </p:sp>
      <p:sp>
        <p:nvSpPr>
          <p:cNvPr id="587" name="Google Shape;587;p35"/>
          <p:cNvSpPr txBox="1"/>
          <p:nvPr/>
        </p:nvSpPr>
        <p:spPr>
          <a:xfrm>
            <a:off x="6675025" y="2076900"/>
            <a:ext cx="19977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Fredoka One"/>
                <a:ea typeface="Fredoka One"/>
                <a:cs typeface="Fredoka One"/>
                <a:sym typeface="Fredoka One"/>
              </a:rPr>
              <a:t>TIME DETAILS</a:t>
            </a:r>
            <a:endParaRPr sz="2000">
              <a:solidFill>
                <a:schemeClr val="dk1"/>
              </a:solidFill>
              <a:latin typeface="Fredoka One"/>
              <a:ea typeface="Fredoka One"/>
              <a:cs typeface="Fredoka One"/>
              <a:sym typeface="Fredoka One"/>
            </a:endParaRPr>
          </a:p>
        </p:txBody>
      </p:sp>
      <p:cxnSp>
        <p:nvCxnSpPr>
          <p:cNvPr id="588" name="Google Shape;588;p35"/>
          <p:cNvCxnSpPr/>
          <p:nvPr/>
        </p:nvCxnSpPr>
        <p:spPr>
          <a:xfrm>
            <a:off x="6261625" y="2001000"/>
            <a:ext cx="0" cy="3142200"/>
          </a:xfrm>
          <a:prstGeom prst="straightConnector1">
            <a:avLst/>
          </a:prstGeom>
          <a:noFill/>
          <a:ln cap="flat" cmpd="sng" w="9525">
            <a:solidFill>
              <a:schemeClr val="dk2"/>
            </a:solidFill>
            <a:prstDash val="solid"/>
            <a:round/>
            <a:headEnd len="med" w="med" type="none"/>
            <a:tailEnd len="med" w="med" type="none"/>
          </a:ln>
        </p:spPr>
      </p:cxnSp>
      <p:sp>
        <p:nvSpPr>
          <p:cNvPr id="589" name="Google Shape;589;p35"/>
          <p:cNvSpPr txBox="1"/>
          <p:nvPr/>
        </p:nvSpPr>
        <p:spPr>
          <a:xfrm>
            <a:off x="6366000" y="2492400"/>
            <a:ext cx="2778000" cy="7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a:t>
            </a:r>
            <a:r>
              <a:rPr lang="en-GB" sz="1200">
                <a:solidFill>
                  <a:schemeClr val="dk1"/>
                </a:solidFill>
                <a:latin typeface="Fredoka One"/>
                <a:ea typeface="Fredoka One"/>
                <a:cs typeface="Fredoka One"/>
                <a:sym typeface="Fredoka One"/>
              </a:rPr>
              <a:t>TUESDAY:         11:00 - 12:30 PM</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-THURSDAY:       4:00 - 6:00 PM</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 SATURDAY:       6:00 - 9:00 AM</a:t>
            </a:r>
            <a:endParaRPr sz="1200">
              <a:solidFill>
                <a:schemeClr val="dk1"/>
              </a:solidFill>
              <a:latin typeface="Fredoka One"/>
              <a:ea typeface="Fredoka One"/>
              <a:cs typeface="Fredoka One"/>
              <a:sym typeface="Fredoka One"/>
            </a:endParaRPr>
          </a:p>
        </p:txBody>
      </p:sp>
      <p:sp>
        <p:nvSpPr>
          <p:cNvPr id="590" name="Google Shape;590;p35"/>
          <p:cNvSpPr/>
          <p:nvPr/>
        </p:nvSpPr>
        <p:spPr>
          <a:xfrm>
            <a:off x="6387925" y="4339988"/>
            <a:ext cx="2571900" cy="595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35"/>
          <p:cNvSpPr txBox="1"/>
          <p:nvPr/>
        </p:nvSpPr>
        <p:spPr>
          <a:xfrm>
            <a:off x="6705875" y="4393550"/>
            <a:ext cx="19977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lt1"/>
                </a:solidFill>
                <a:latin typeface="Fredoka One"/>
                <a:ea typeface="Fredoka One"/>
                <a:cs typeface="Fredoka One"/>
                <a:sym typeface="Fredoka One"/>
              </a:rPr>
              <a:t>TO REGISTER</a:t>
            </a:r>
            <a:endParaRPr sz="2000">
              <a:solidFill>
                <a:schemeClr val="lt1"/>
              </a:solidFill>
              <a:latin typeface="Fredoka One"/>
              <a:ea typeface="Fredoka One"/>
              <a:cs typeface="Fredoka One"/>
              <a:sym typeface="Fredoka One"/>
            </a:endParaRPr>
          </a:p>
        </p:txBody>
      </p:sp>
      <p:sp>
        <p:nvSpPr>
          <p:cNvPr id="592" name="Google Shape;592;p35"/>
          <p:cNvSpPr txBox="1"/>
          <p:nvPr/>
        </p:nvSpPr>
        <p:spPr>
          <a:xfrm>
            <a:off x="6230725" y="3409550"/>
            <a:ext cx="28863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lt1"/>
                </a:solidFill>
                <a:latin typeface="Fredoka One"/>
                <a:ea typeface="Fredoka One"/>
                <a:cs typeface="Fredoka One"/>
                <a:sym typeface="Fredoka One"/>
              </a:rPr>
              <a:t>TIMES CHANGE EVERY 10 WEEKS</a:t>
            </a:r>
            <a:endParaRPr sz="1300">
              <a:solidFill>
                <a:schemeClr val="lt1"/>
              </a:solidFill>
              <a:latin typeface="Fredoka One"/>
              <a:ea typeface="Fredoka One"/>
              <a:cs typeface="Fredoka One"/>
              <a:sym typeface="Fredoka On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6"/>
          <p:cNvSpPr/>
          <p:nvPr/>
        </p:nvSpPr>
        <p:spPr>
          <a:xfrm>
            <a:off x="5834375" y="4415575"/>
            <a:ext cx="3000000" cy="488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98" name="Google Shape;598;p36"/>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599" name="Google Shape;599;p36"/>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600" name="Google Shape;600;p36"/>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601" name="Google Shape;601;p36"/>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602" name="Google Shape;602;p36"/>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603" name="Google Shape;603;p36"/>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604" name="Google Shape;604;p36"/>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605" name="Google Shape;605;p36"/>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606" name="Google Shape;606;p36"/>
          <p:cNvSpPr/>
          <p:nvPr/>
        </p:nvSpPr>
        <p:spPr>
          <a:xfrm>
            <a:off x="279225" y="32063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607" name="Google Shape;607;p36"/>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608" name="Google Shape;608;p36"/>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609" name="Google Shape;609;p36"/>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610" name="Google Shape;610;p36"/>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611" name="Google Shape;611;p36"/>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Activities</a:t>
            </a:r>
            <a:endParaRPr sz="1800">
              <a:solidFill>
                <a:schemeClr val="dk1"/>
              </a:solidFill>
              <a:latin typeface="Fredoka One"/>
              <a:ea typeface="Fredoka One"/>
              <a:cs typeface="Fredoka One"/>
              <a:sym typeface="Fredoka One"/>
            </a:endParaRPr>
          </a:p>
        </p:txBody>
      </p:sp>
      <p:sp>
        <p:nvSpPr>
          <p:cNvPr id="612" name="Google Shape;612;p36"/>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613" name="Google Shape;613;p36"/>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614" name="Google Shape;614;p36"/>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615" name="Google Shape;615;p36"/>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616" name="Google Shape;616;p36"/>
          <p:cNvSpPr/>
          <p:nvPr/>
        </p:nvSpPr>
        <p:spPr>
          <a:xfrm>
            <a:off x="2819850" y="927500"/>
            <a:ext cx="5918100" cy="43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Monday:           Family Visit                                                               Full Day Activity</a:t>
            </a:r>
            <a:endParaRPr sz="1200"/>
          </a:p>
        </p:txBody>
      </p:sp>
      <p:sp>
        <p:nvSpPr>
          <p:cNvPr id="617" name="Google Shape;617;p36"/>
          <p:cNvSpPr/>
          <p:nvPr/>
        </p:nvSpPr>
        <p:spPr>
          <a:xfrm>
            <a:off x="2819850" y="1363510"/>
            <a:ext cx="5918100" cy="43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latin typeface="Fredoka One"/>
                <a:ea typeface="Fredoka One"/>
                <a:cs typeface="Fredoka One"/>
                <a:sym typeface="Fredoka One"/>
              </a:rPr>
              <a:t>Tuesday:          Afternoon Bingo                                                     Afternoon Activity</a:t>
            </a:r>
            <a:endParaRPr sz="1200">
              <a:latin typeface="Fredoka One"/>
              <a:ea typeface="Fredoka One"/>
              <a:cs typeface="Fredoka One"/>
              <a:sym typeface="Fredoka One"/>
            </a:endParaRPr>
          </a:p>
        </p:txBody>
      </p:sp>
      <p:sp>
        <p:nvSpPr>
          <p:cNvPr id="618" name="Google Shape;618;p36"/>
          <p:cNvSpPr/>
          <p:nvPr/>
        </p:nvSpPr>
        <p:spPr>
          <a:xfrm>
            <a:off x="2819850" y="1799520"/>
            <a:ext cx="5918100" cy="43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latin typeface="Fredoka One"/>
                <a:ea typeface="Fredoka One"/>
                <a:cs typeface="Fredoka One"/>
                <a:sym typeface="Fredoka One"/>
              </a:rPr>
              <a:t>Wednesday:    Evening Knitting Club          </a:t>
            </a:r>
            <a:r>
              <a:rPr lang="en-GB" sz="1200">
                <a:solidFill>
                  <a:schemeClr val="dk1"/>
                </a:solidFill>
                <a:latin typeface="Fredoka One"/>
                <a:ea typeface="Fredoka One"/>
                <a:cs typeface="Fredoka One"/>
                <a:sym typeface="Fredoka One"/>
              </a:rPr>
              <a:t>                                   Evening Activity</a:t>
            </a:r>
            <a:endParaRPr sz="1200">
              <a:latin typeface="Fredoka One"/>
              <a:ea typeface="Fredoka One"/>
              <a:cs typeface="Fredoka One"/>
              <a:sym typeface="Fredoka One"/>
            </a:endParaRPr>
          </a:p>
        </p:txBody>
      </p:sp>
      <p:sp>
        <p:nvSpPr>
          <p:cNvPr id="619" name="Google Shape;619;p36"/>
          <p:cNvSpPr/>
          <p:nvPr/>
        </p:nvSpPr>
        <p:spPr>
          <a:xfrm>
            <a:off x="2819850" y="2235530"/>
            <a:ext cx="5918100" cy="43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latin typeface="Fredoka One"/>
                <a:ea typeface="Fredoka One"/>
                <a:cs typeface="Fredoka One"/>
                <a:sym typeface="Fredoka One"/>
              </a:rPr>
              <a:t>Thursday:        Group Morning Walk       </a:t>
            </a:r>
            <a:r>
              <a:rPr lang="en-GB" sz="1200">
                <a:solidFill>
                  <a:schemeClr val="dk1"/>
                </a:solidFill>
                <a:latin typeface="Fredoka One"/>
                <a:ea typeface="Fredoka One"/>
                <a:cs typeface="Fredoka One"/>
                <a:sym typeface="Fredoka One"/>
              </a:rPr>
              <a:t>                                       Morning Activity</a:t>
            </a:r>
            <a:endParaRPr sz="1200">
              <a:latin typeface="Fredoka One"/>
              <a:ea typeface="Fredoka One"/>
              <a:cs typeface="Fredoka One"/>
              <a:sym typeface="Fredoka One"/>
            </a:endParaRPr>
          </a:p>
        </p:txBody>
      </p:sp>
      <p:sp>
        <p:nvSpPr>
          <p:cNvPr id="620" name="Google Shape;620;p36"/>
          <p:cNvSpPr/>
          <p:nvPr/>
        </p:nvSpPr>
        <p:spPr>
          <a:xfrm>
            <a:off x="2819850" y="2671528"/>
            <a:ext cx="5918100" cy="43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latin typeface="Fredoka One"/>
                <a:ea typeface="Fredoka One"/>
                <a:cs typeface="Fredoka One"/>
                <a:sym typeface="Fredoka One"/>
              </a:rPr>
              <a:t>Friday:              Baking Class                     </a:t>
            </a:r>
            <a:r>
              <a:rPr lang="en-GB" sz="1200">
                <a:solidFill>
                  <a:schemeClr val="dk1"/>
                </a:solidFill>
                <a:latin typeface="Fredoka One"/>
                <a:ea typeface="Fredoka One"/>
                <a:cs typeface="Fredoka One"/>
                <a:sym typeface="Fredoka One"/>
              </a:rPr>
              <a:t>                                        Afternoon Activity</a:t>
            </a:r>
            <a:endParaRPr sz="1200">
              <a:latin typeface="Fredoka One"/>
              <a:ea typeface="Fredoka One"/>
              <a:cs typeface="Fredoka One"/>
              <a:sym typeface="Fredoka One"/>
            </a:endParaRPr>
          </a:p>
        </p:txBody>
      </p:sp>
      <p:sp>
        <p:nvSpPr>
          <p:cNvPr id="621" name="Google Shape;621;p36"/>
          <p:cNvSpPr/>
          <p:nvPr/>
        </p:nvSpPr>
        <p:spPr>
          <a:xfrm>
            <a:off x="2819850" y="3107539"/>
            <a:ext cx="5918100" cy="43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latin typeface="Fredoka One"/>
                <a:ea typeface="Fredoka One"/>
                <a:cs typeface="Fredoka One"/>
                <a:sym typeface="Fredoka One"/>
              </a:rPr>
              <a:t>Saturday:         Yoga Class </a:t>
            </a:r>
            <a:r>
              <a:rPr lang="en-GB" sz="1200">
                <a:solidFill>
                  <a:schemeClr val="dk1"/>
                </a:solidFill>
                <a:latin typeface="Fredoka One"/>
                <a:ea typeface="Fredoka One"/>
                <a:cs typeface="Fredoka One"/>
                <a:sym typeface="Fredoka One"/>
              </a:rPr>
              <a:t>                                                               Morning Activity</a:t>
            </a:r>
            <a:endParaRPr sz="1200">
              <a:latin typeface="Fredoka One"/>
              <a:ea typeface="Fredoka One"/>
              <a:cs typeface="Fredoka One"/>
              <a:sym typeface="Fredoka One"/>
            </a:endParaRPr>
          </a:p>
        </p:txBody>
      </p:sp>
      <p:sp>
        <p:nvSpPr>
          <p:cNvPr id="622" name="Google Shape;622;p36"/>
          <p:cNvSpPr/>
          <p:nvPr/>
        </p:nvSpPr>
        <p:spPr>
          <a:xfrm>
            <a:off x="2819850" y="3543549"/>
            <a:ext cx="5918100" cy="43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latin typeface="Fredoka One"/>
                <a:ea typeface="Fredoka One"/>
                <a:cs typeface="Fredoka One"/>
                <a:sym typeface="Fredoka One"/>
              </a:rPr>
              <a:t>Sunday:            Morning Church Service                                       </a:t>
            </a:r>
            <a:r>
              <a:rPr lang="en-GB" sz="1200">
                <a:solidFill>
                  <a:schemeClr val="dk1"/>
                </a:solidFill>
                <a:latin typeface="Fredoka One"/>
                <a:ea typeface="Fredoka One"/>
                <a:cs typeface="Fredoka One"/>
                <a:sym typeface="Fredoka One"/>
              </a:rPr>
              <a:t> Morning Activity</a:t>
            </a:r>
            <a:endParaRPr sz="1200">
              <a:latin typeface="Fredoka One"/>
              <a:ea typeface="Fredoka One"/>
              <a:cs typeface="Fredoka One"/>
              <a:sym typeface="Fredoka One"/>
            </a:endParaRPr>
          </a:p>
        </p:txBody>
      </p:sp>
      <p:sp>
        <p:nvSpPr>
          <p:cNvPr id="623" name="Google Shape;623;p36"/>
          <p:cNvSpPr txBox="1"/>
          <p:nvPr/>
        </p:nvSpPr>
        <p:spPr>
          <a:xfrm>
            <a:off x="3239850" y="385600"/>
            <a:ext cx="50781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Fredoka One"/>
                <a:ea typeface="Fredoka One"/>
                <a:cs typeface="Fredoka One"/>
                <a:sym typeface="Fredoka One"/>
              </a:rPr>
              <a:t>Main Weekly Activities:</a:t>
            </a:r>
            <a:endParaRPr sz="1800">
              <a:solidFill>
                <a:schemeClr val="dk1"/>
              </a:solidFill>
              <a:latin typeface="Fredoka One"/>
              <a:ea typeface="Fredoka One"/>
              <a:cs typeface="Fredoka One"/>
              <a:sym typeface="Fredoka One"/>
            </a:endParaRPr>
          </a:p>
        </p:txBody>
      </p:sp>
      <p:sp>
        <p:nvSpPr>
          <p:cNvPr id="624" name="Google Shape;624;p36"/>
          <p:cNvSpPr txBox="1"/>
          <p:nvPr/>
        </p:nvSpPr>
        <p:spPr>
          <a:xfrm>
            <a:off x="6068225" y="4488175"/>
            <a:ext cx="2532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lt1"/>
                </a:solidFill>
                <a:latin typeface="Fredoka One"/>
                <a:ea typeface="Fredoka One"/>
                <a:cs typeface="Fredoka One"/>
                <a:sym typeface="Fredoka One"/>
              </a:rPr>
              <a:t>GO BACK TO </a:t>
            </a:r>
            <a:r>
              <a:rPr lang="en-GB" sz="1500">
                <a:solidFill>
                  <a:schemeClr val="lt1"/>
                </a:solidFill>
                <a:latin typeface="Fredoka One"/>
                <a:ea typeface="Fredoka One"/>
                <a:cs typeface="Fredoka One"/>
                <a:sym typeface="Fredoka One"/>
              </a:rPr>
              <a:t>ACTIVITIES</a:t>
            </a:r>
            <a:endParaRPr sz="1500">
              <a:solidFill>
                <a:schemeClr val="lt1"/>
              </a:solidFill>
              <a:latin typeface="Fredoka One"/>
              <a:ea typeface="Fredoka One"/>
              <a:cs typeface="Fredoka One"/>
              <a:sym typeface="Fredoka One"/>
            </a:endParaRPr>
          </a:p>
        </p:txBody>
      </p:sp>
      <p:cxnSp>
        <p:nvCxnSpPr>
          <p:cNvPr id="625" name="Google Shape;625;p36"/>
          <p:cNvCxnSpPr/>
          <p:nvPr/>
        </p:nvCxnSpPr>
        <p:spPr>
          <a:xfrm>
            <a:off x="7059325" y="928125"/>
            <a:ext cx="7200" cy="3045300"/>
          </a:xfrm>
          <a:prstGeom prst="straightConnector1">
            <a:avLst/>
          </a:prstGeom>
          <a:noFill/>
          <a:ln cap="flat" cmpd="sng" w="9525">
            <a:solidFill>
              <a:schemeClr val="dk2"/>
            </a:solidFill>
            <a:prstDash val="solid"/>
            <a:round/>
            <a:headEnd len="med" w="med" type="none"/>
            <a:tailEnd len="med" w="med" type="none"/>
          </a:ln>
        </p:spPr>
      </p:cxnSp>
      <p:sp>
        <p:nvSpPr>
          <p:cNvPr id="626" name="Google Shape;626;p36"/>
          <p:cNvSpPr txBox="1"/>
          <p:nvPr/>
        </p:nvSpPr>
        <p:spPr>
          <a:xfrm>
            <a:off x="78013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Evan Gao and Ziggy Ward</a:t>
            </a:r>
            <a:endParaRPr sz="500">
              <a:solidFill>
                <a:schemeClr val="dk2"/>
              </a:solidFill>
            </a:endParaRPr>
          </a:p>
        </p:txBody>
      </p:sp>
      <p:cxnSp>
        <p:nvCxnSpPr>
          <p:cNvPr id="627" name="Google Shape;627;p36"/>
          <p:cNvCxnSpPr/>
          <p:nvPr/>
        </p:nvCxnSpPr>
        <p:spPr>
          <a:xfrm>
            <a:off x="3880625" y="912575"/>
            <a:ext cx="21900" cy="3065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37"/>
          <p:cNvSpPr/>
          <p:nvPr/>
        </p:nvSpPr>
        <p:spPr>
          <a:xfrm>
            <a:off x="2735200" y="4396625"/>
            <a:ext cx="947484" cy="312282"/>
          </a:xfrm>
          <a:prstGeom prst="flowChartTerminator">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latin typeface="Fredoka One"/>
                <a:ea typeface="Fredoka One"/>
                <a:cs typeface="Fredoka One"/>
                <a:sym typeface="Fredoka One"/>
              </a:rPr>
              <a:t>Switch</a:t>
            </a:r>
            <a:endParaRPr>
              <a:solidFill>
                <a:schemeClr val="lt1"/>
              </a:solidFill>
              <a:latin typeface="Fredoka One"/>
              <a:ea typeface="Fredoka One"/>
              <a:cs typeface="Fredoka One"/>
              <a:sym typeface="Fredoka One"/>
            </a:endParaRPr>
          </a:p>
        </p:txBody>
      </p:sp>
      <p:sp>
        <p:nvSpPr>
          <p:cNvPr id="633" name="Google Shape;633;p37"/>
          <p:cNvSpPr/>
          <p:nvPr/>
        </p:nvSpPr>
        <p:spPr>
          <a:xfrm>
            <a:off x="3925388" y="3746975"/>
            <a:ext cx="240600" cy="228900"/>
          </a:xfrm>
          <a:prstGeom prst="rect">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37"/>
          <p:cNvSpPr/>
          <p:nvPr/>
        </p:nvSpPr>
        <p:spPr>
          <a:xfrm>
            <a:off x="3684788" y="3746975"/>
            <a:ext cx="240600" cy="228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37"/>
          <p:cNvSpPr/>
          <p:nvPr/>
        </p:nvSpPr>
        <p:spPr>
          <a:xfrm>
            <a:off x="3684788" y="374697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37"/>
          <p:cNvSpPr/>
          <p:nvPr/>
        </p:nvSpPr>
        <p:spPr>
          <a:xfrm>
            <a:off x="3684788" y="4071800"/>
            <a:ext cx="240600" cy="228900"/>
          </a:xfrm>
          <a:prstGeom prst="rect">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37"/>
          <p:cNvSpPr/>
          <p:nvPr/>
        </p:nvSpPr>
        <p:spPr>
          <a:xfrm>
            <a:off x="3925388" y="4071800"/>
            <a:ext cx="240600" cy="2289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37"/>
          <p:cNvSpPr/>
          <p:nvPr/>
        </p:nvSpPr>
        <p:spPr>
          <a:xfrm>
            <a:off x="3005013" y="3428725"/>
            <a:ext cx="240600" cy="2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37"/>
          <p:cNvSpPr/>
          <p:nvPr/>
        </p:nvSpPr>
        <p:spPr>
          <a:xfrm>
            <a:off x="2764413" y="3428725"/>
            <a:ext cx="240600" cy="22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37"/>
          <p:cNvSpPr/>
          <p:nvPr/>
        </p:nvSpPr>
        <p:spPr>
          <a:xfrm>
            <a:off x="2764413" y="342872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37"/>
          <p:cNvSpPr/>
          <p:nvPr/>
        </p:nvSpPr>
        <p:spPr>
          <a:xfrm>
            <a:off x="3684788" y="4071800"/>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37"/>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643" name="Google Shape;643;p37"/>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644" name="Google Shape;644;p37"/>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645" name="Google Shape;645;p37"/>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646" name="Google Shape;646;p37"/>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647" name="Google Shape;647;p37"/>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648" name="Google Shape;648;p37"/>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649" name="Google Shape;649;p37"/>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650" name="Google Shape;650;p37"/>
          <p:cNvSpPr/>
          <p:nvPr/>
        </p:nvSpPr>
        <p:spPr>
          <a:xfrm>
            <a:off x="279225" y="37347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651" name="Google Shape;651;p37"/>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652" name="Google Shape;652;p37"/>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653" name="Google Shape;653;p37"/>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654" name="Google Shape;654;p37"/>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655" name="Google Shape;655;p37"/>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656" name="Google Shape;656;p37"/>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sp>
        <p:nvSpPr>
          <p:cNvPr id="657" name="Google Shape;657;p37"/>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658" name="Google Shape;658;p37"/>
          <p:cNvSpPr txBox="1"/>
          <p:nvPr/>
        </p:nvSpPr>
        <p:spPr>
          <a:xfrm>
            <a:off x="2680725" y="416463"/>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Language Options:</a:t>
            </a:r>
            <a:endParaRPr>
              <a:solidFill>
                <a:schemeClr val="dk1"/>
              </a:solidFill>
              <a:latin typeface="Fredoka One"/>
              <a:ea typeface="Fredoka One"/>
              <a:cs typeface="Fredoka One"/>
              <a:sym typeface="Fredoka One"/>
            </a:endParaRPr>
          </a:p>
        </p:txBody>
      </p:sp>
      <p:sp>
        <p:nvSpPr>
          <p:cNvPr id="659" name="Google Shape;659;p37"/>
          <p:cNvSpPr/>
          <p:nvPr/>
        </p:nvSpPr>
        <p:spPr>
          <a:xfrm>
            <a:off x="2753675" y="7920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English                           ↓</a:t>
            </a:r>
            <a:endParaRPr>
              <a:solidFill>
                <a:schemeClr val="dk1"/>
              </a:solidFill>
              <a:latin typeface="Fredoka One"/>
              <a:ea typeface="Fredoka One"/>
              <a:cs typeface="Fredoka One"/>
              <a:sym typeface="Fredoka One"/>
            </a:endParaRPr>
          </a:p>
        </p:txBody>
      </p:sp>
      <p:sp>
        <p:nvSpPr>
          <p:cNvPr id="660" name="Google Shape;660;p37"/>
          <p:cNvSpPr txBox="1"/>
          <p:nvPr/>
        </p:nvSpPr>
        <p:spPr>
          <a:xfrm>
            <a:off x="4936450" y="141675"/>
            <a:ext cx="19170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sp>
        <p:nvSpPr>
          <p:cNvPr id="661" name="Google Shape;661;p37"/>
          <p:cNvSpPr txBox="1"/>
          <p:nvPr/>
        </p:nvSpPr>
        <p:spPr>
          <a:xfrm>
            <a:off x="2680725" y="1353988"/>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Font Size:</a:t>
            </a:r>
            <a:endParaRPr>
              <a:solidFill>
                <a:schemeClr val="dk1"/>
              </a:solidFill>
              <a:latin typeface="Fredoka One"/>
              <a:ea typeface="Fredoka One"/>
              <a:cs typeface="Fredoka One"/>
              <a:sym typeface="Fredoka One"/>
            </a:endParaRPr>
          </a:p>
        </p:txBody>
      </p:sp>
      <p:grpSp>
        <p:nvGrpSpPr>
          <p:cNvPr id="662" name="Google Shape;662;p37"/>
          <p:cNvGrpSpPr/>
          <p:nvPr/>
        </p:nvGrpSpPr>
        <p:grpSpPr>
          <a:xfrm>
            <a:off x="2735200" y="1540188"/>
            <a:ext cx="1340250" cy="359700"/>
            <a:chOff x="2953150" y="1703000"/>
            <a:chExt cx="1340250" cy="359700"/>
          </a:xfrm>
        </p:grpSpPr>
        <p:sp>
          <p:nvSpPr>
            <p:cNvPr id="663" name="Google Shape;663;p37"/>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12</a:t>
              </a:r>
              <a:endParaRPr>
                <a:solidFill>
                  <a:schemeClr val="dk1"/>
                </a:solidFill>
                <a:latin typeface="Fredoka One"/>
                <a:ea typeface="Fredoka One"/>
                <a:cs typeface="Fredoka One"/>
                <a:sym typeface="Fredoka One"/>
              </a:endParaRPr>
            </a:p>
          </p:txBody>
        </p:sp>
        <p:sp>
          <p:nvSpPr>
            <p:cNvPr id="664" name="Google Shape;664;p37"/>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665" name="Google Shape;665;p37"/>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666" name="Google Shape;666;p37"/>
          <p:cNvSpPr txBox="1"/>
          <p:nvPr/>
        </p:nvSpPr>
        <p:spPr>
          <a:xfrm>
            <a:off x="2680725" y="1843113"/>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Brightness:</a:t>
            </a:r>
            <a:endParaRPr>
              <a:solidFill>
                <a:schemeClr val="dk1"/>
              </a:solidFill>
              <a:latin typeface="Fredoka One"/>
              <a:ea typeface="Fredoka One"/>
              <a:cs typeface="Fredoka One"/>
              <a:sym typeface="Fredoka One"/>
            </a:endParaRPr>
          </a:p>
        </p:txBody>
      </p:sp>
      <p:grpSp>
        <p:nvGrpSpPr>
          <p:cNvPr id="667" name="Google Shape;667;p37"/>
          <p:cNvGrpSpPr/>
          <p:nvPr/>
        </p:nvGrpSpPr>
        <p:grpSpPr>
          <a:xfrm>
            <a:off x="2735200" y="2090913"/>
            <a:ext cx="1340250" cy="359700"/>
            <a:chOff x="2953150" y="1703000"/>
            <a:chExt cx="1340250" cy="359700"/>
          </a:xfrm>
        </p:grpSpPr>
        <p:sp>
          <p:nvSpPr>
            <p:cNvPr id="668" name="Google Shape;668;p37"/>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669" name="Google Shape;669;p37"/>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670" name="Google Shape;670;p37"/>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grpSp>
        <p:nvGrpSpPr>
          <p:cNvPr id="671" name="Google Shape;671;p37"/>
          <p:cNvGrpSpPr/>
          <p:nvPr/>
        </p:nvGrpSpPr>
        <p:grpSpPr>
          <a:xfrm>
            <a:off x="4744925" y="1149853"/>
            <a:ext cx="498175" cy="200772"/>
            <a:chOff x="7517450" y="3053228"/>
            <a:chExt cx="498175" cy="200772"/>
          </a:xfrm>
        </p:grpSpPr>
        <p:sp>
          <p:nvSpPr>
            <p:cNvPr id="672" name="Google Shape;672;p37"/>
            <p:cNvSpPr/>
            <p:nvPr/>
          </p:nvSpPr>
          <p:spPr>
            <a:xfrm rot="10800000">
              <a:off x="7566453" y="3053228"/>
              <a:ext cx="449172" cy="200772"/>
            </a:xfrm>
            <a:prstGeom prst="flowChartTerminator">
              <a:avLst/>
            </a:prstGeom>
            <a:gradFill>
              <a:gsLst>
                <a:gs pos="0">
                  <a:srgbClr val="7A7A7A"/>
                </a:gs>
                <a:gs pos="100000">
                  <a:srgbClr val="39393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37"/>
            <p:cNvSpPr/>
            <p:nvPr/>
          </p:nvSpPr>
          <p:spPr>
            <a:xfrm>
              <a:off x="7517450" y="3053263"/>
              <a:ext cx="200700" cy="200700"/>
            </a:xfrm>
            <a:prstGeom prst="ellipse">
              <a:avLst/>
            </a:prstGeom>
            <a:gradFill>
              <a:gsLst>
                <a:gs pos="0">
                  <a:srgbClr val="FFFFFF"/>
                </a:gs>
                <a:gs pos="100000">
                  <a:srgbClr val="B3B3B3"/>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74" name="Google Shape;674;p37"/>
          <p:cNvSpPr txBox="1"/>
          <p:nvPr/>
        </p:nvSpPr>
        <p:spPr>
          <a:xfrm>
            <a:off x="2648800" y="1058125"/>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Toggle Text to Speech</a:t>
            </a:r>
            <a:endParaRPr>
              <a:solidFill>
                <a:schemeClr val="dk1"/>
              </a:solidFill>
              <a:latin typeface="Fredoka One"/>
              <a:ea typeface="Fredoka One"/>
              <a:cs typeface="Fredoka One"/>
              <a:sym typeface="Fredoka One"/>
            </a:endParaRPr>
          </a:p>
        </p:txBody>
      </p:sp>
      <p:sp>
        <p:nvSpPr>
          <p:cNvPr id="675" name="Google Shape;675;p37"/>
          <p:cNvSpPr txBox="1"/>
          <p:nvPr/>
        </p:nvSpPr>
        <p:spPr>
          <a:xfrm>
            <a:off x="7496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Creator/s: :Ziggy Ward and Maddie Wenmohs</a:t>
            </a:r>
            <a:endParaRPr sz="500">
              <a:solidFill>
                <a:schemeClr val="dk2"/>
              </a:solidFill>
            </a:endParaRPr>
          </a:p>
        </p:txBody>
      </p:sp>
      <p:sp>
        <p:nvSpPr>
          <p:cNvPr id="676" name="Google Shape;676;p37"/>
          <p:cNvSpPr txBox="1"/>
          <p:nvPr/>
        </p:nvSpPr>
        <p:spPr>
          <a:xfrm>
            <a:off x="2680725" y="2434825"/>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Saturation:</a:t>
            </a:r>
            <a:endParaRPr>
              <a:solidFill>
                <a:schemeClr val="dk1"/>
              </a:solidFill>
              <a:latin typeface="Fredoka One"/>
              <a:ea typeface="Fredoka One"/>
              <a:cs typeface="Fredoka One"/>
              <a:sym typeface="Fredoka One"/>
            </a:endParaRPr>
          </a:p>
        </p:txBody>
      </p:sp>
      <p:grpSp>
        <p:nvGrpSpPr>
          <p:cNvPr id="677" name="Google Shape;677;p37"/>
          <p:cNvGrpSpPr/>
          <p:nvPr/>
        </p:nvGrpSpPr>
        <p:grpSpPr>
          <a:xfrm>
            <a:off x="2735200" y="2682625"/>
            <a:ext cx="1340250" cy="359700"/>
            <a:chOff x="2953150" y="1703000"/>
            <a:chExt cx="1340250" cy="359700"/>
          </a:xfrm>
        </p:grpSpPr>
        <p:sp>
          <p:nvSpPr>
            <p:cNvPr id="678" name="Google Shape;678;p37"/>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679" name="Google Shape;679;p37"/>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680" name="Google Shape;680;p37"/>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681" name="Google Shape;681;p37"/>
          <p:cNvSpPr txBox="1"/>
          <p:nvPr/>
        </p:nvSpPr>
        <p:spPr>
          <a:xfrm>
            <a:off x="2695925" y="3026550"/>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Colour Schemes:</a:t>
            </a:r>
            <a:endParaRPr>
              <a:solidFill>
                <a:schemeClr val="dk1"/>
              </a:solidFill>
              <a:latin typeface="Fredoka One"/>
              <a:ea typeface="Fredoka One"/>
              <a:cs typeface="Fredoka One"/>
              <a:sym typeface="Fredoka One"/>
            </a:endParaRPr>
          </a:p>
        </p:txBody>
      </p:sp>
      <p:sp>
        <p:nvSpPr>
          <p:cNvPr id="682" name="Google Shape;682;p37"/>
          <p:cNvSpPr/>
          <p:nvPr/>
        </p:nvSpPr>
        <p:spPr>
          <a:xfrm>
            <a:off x="2764413" y="3746975"/>
            <a:ext cx="240600" cy="228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3" name="Google Shape;683;p37"/>
          <p:cNvSpPr/>
          <p:nvPr/>
        </p:nvSpPr>
        <p:spPr>
          <a:xfrm>
            <a:off x="3684788" y="3422150"/>
            <a:ext cx="240600" cy="228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37"/>
          <p:cNvSpPr/>
          <p:nvPr/>
        </p:nvSpPr>
        <p:spPr>
          <a:xfrm>
            <a:off x="3925388" y="3422150"/>
            <a:ext cx="240600" cy="228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5" name="Google Shape;685;p37"/>
          <p:cNvSpPr/>
          <p:nvPr/>
        </p:nvSpPr>
        <p:spPr>
          <a:xfrm>
            <a:off x="3684788" y="3422150"/>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6" name="Google Shape;686;p37"/>
          <p:cNvSpPr/>
          <p:nvPr/>
        </p:nvSpPr>
        <p:spPr>
          <a:xfrm>
            <a:off x="2764413" y="4098225"/>
            <a:ext cx="240600" cy="228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37"/>
          <p:cNvSpPr/>
          <p:nvPr/>
        </p:nvSpPr>
        <p:spPr>
          <a:xfrm>
            <a:off x="2764413" y="374697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37"/>
          <p:cNvSpPr/>
          <p:nvPr/>
        </p:nvSpPr>
        <p:spPr>
          <a:xfrm>
            <a:off x="2764413" y="409822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89" name="Google Shape;689;p37"/>
          <p:cNvGrpSpPr/>
          <p:nvPr/>
        </p:nvGrpSpPr>
        <p:grpSpPr>
          <a:xfrm>
            <a:off x="3338288" y="3367238"/>
            <a:ext cx="247850" cy="261650"/>
            <a:chOff x="4700625" y="3744800"/>
            <a:chExt cx="247850" cy="261650"/>
          </a:xfrm>
        </p:grpSpPr>
        <p:sp>
          <p:nvSpPr>
            <p:cNvPr id="690" name="Google Shape;690;p37"/>
            <p:cNvSpPr/>
            <p:nvPr/>
          </p:nvSpPr>
          <p:spPr>
            <a:xfrm>
              <a:off x="4700625" y="3827350"/>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1" name="Google Shape;691;p37"/>
            <p:cNvGrpSpPr/>
            <p:nvPr/>
          </p:nvGrpSpPr>
          <p:grpSpPr>
            <a:xfrm>
              <a:off x="4714338" y="3744800"/>
              <a:ext cx="234137" cy="221872"/>
              <a:chOff x="5142600" y="2456316"/>
              <a:chExt cx="288239" cy="296700"/>
            </a:xfrm>
          </p:grpSpPr>
          <p:cxnSp>
            <p:nvCxnSpPr>
              <p:cNvPr id="692" name="Google Shape;692;p37"/>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693" name="Google Shape;693;p37"/>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grpSp>
      <p:sp>
        <p:nvSpPr>
          <p:cNvPr id="694" name="Google Shape;694;p37"/>
          <p:cNvSpPr/>
          <p:nvPr/>
        </p:nvSpPr>
        <p:spPr>
          <a:xfrm>
            <a:off x="3336638" y="3768575"/>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37"/>
          <p:cNvSpPr/>
          <p:nvPr/>
        </p:nvSpPr>
        <p:spPr>
          <a:xfrm>
            <a:off x="3336638" y="412965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6" name="Google Shape;696;p37"/>
          <p:cNvSpPr/>
          <p:nvPr/>
        </p:nvSpPr>
        <p:spPr>
          <a:xfrm>
            <a:off x="4269313" y="343450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7" name="Google Shape;697;p37"/>
          <p:cNvSpPr/>
          <p:nvPr/>
        </p:nvSpPr>
        <p:spPr>
          <a:xfrm>
            <a:off x="4269313" y="3768575"/>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8" name="Google Shape;698;p37"/>
          <p:cNvSpPr/>
          <p:nvPr/>
        </p:nvSpPr>
        <p:spPr>
          <a:xfrm>
            <a:off x="4269313" y="412595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9" name="Google Shape;699;p37"/>
          <p:cNvSpPr txBox="1"/>
          <p:nvPr/>
        </p:nvSpPr>
        <p:spPr>
          <a:xfrm>
            <a:off x="2648800" y="4702200"/>
            <a:ext cx="29376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dk1"/>
                </a:solidFill>
                <a:latin typeface="Fredoka One"/>
                <a:ea typeface="Fredoka One"/>
                <a:cs typeface="Fredoka One"/>
                <a:sym typeface="Fredoka One"/>
              </a:rPr>
              <a:t>Revert to Default Appearance</a:t>
            </a:r>
            <a:endParaRPr u="sng">
              <a:solidFill>
                <a:schemeClr val="dk1"/>
              </a:solidFill>
              <a:latin typeface="Fredoka One"/>
              <a:ea typeface="Fredoka One"/>
              <a:cs typeface="Fredoka One"/>
              <a:sym typeface="Fredoka One"/>
            </a:endParaRPr>
          </a:p>
        </p:txBody>
      </p:sp>
      <p:sp>
        <p:nvSpPr>
          <p:cNvPr id="700" name="Google Shape;700;p37"/>
          <p:cNvSpPr txBox="1"/>
          <p:nvPr/>
        </p:nvSpPr>
        <p:spPr>
          <a:xfrm>
            <a:off x="6030925" y="8992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Passwords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701" name="Google Shape;701;p37"/>
          <p:cNvSpPr txBox="1"/>
          <p:nvPr/>
        </p:nvSpPr>
        <p:spPr>
          <a:xfrm>
            <a:off x="6030925" y="13718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Biometrics</a:t>
            </a:r>
            <a:r>
              <a:rPr lang="en-GB">
                <a:solidFill>
                  <a:schemeClr val="dk1"/>
                </a:solidFill>
                <a:latin typeface="Fredoka One"/>
                <a:ea typeface="Fredoka One"/>
                <a:cs typeface="Fredoka One"/>
                <a:sym typeface="Fredoka One"/>
              </a:rPr>
              <a:t>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702" name="Google Shape;702;p37"/>
          <p:cNvSpPr txBox="1"/>
          <p:nvPr/>
        </p:nvSpPr>
        <p:spPr>
          <a:xfrm>
            <a:off x="6030925" y="18598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Logout                                →</a:t>
            </a:r>
            <a:endParaRPr>
              <a:solidFill>
                <a:schemeClr val="dk1"/>
              </a:solidFill>
              <a:latin typeface="Fredoka One"/>
              <a:ea typeface="Fredoka One"/>
              <a:cs typeface="Fredoka One"/>
              <a:sym typeface="Fredoka One"/>
            </a:endParaRPr>
          </a:p>
        </p:txBody>
      </p:sp>
      <p:sp>
        <p:nvSpPr>
          <p:cNvPr id="703" name="Google Shape;703;p37"/>
          <p:cNvSpPr txBox="1"/>
          <p:nvPr/>
        </p:nvSpPr>
        <p:spPr>
          <a:xfrm>
            <a:off x="6030925" y="462050"/>
            <a:ext cx="2455500" cy="359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Automatic Reminders      ↓     </a:t>
            </a:r>
            <a:endParaRPr>
              <a:solidFill>
                <a:schemeClr val="dk1"/>
              </a:solidFill>
              <a:latin typeface="Fredoka One"/>
              <a:ea typeface="Fredoka One"/>
              <a:cs typeface="Fredoka One"/>
              <a:sym typeface="Fredoka On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38"/>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709" name="Google Shape;709;p38"/>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710" name="Google Shape;710;p38"/>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711" name="Google Shape;711;p38"/>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712" name="Google Shape;712;p38"/>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713" name="Google Shape;713;p38"/>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714" name="Google Shape;714;p38"/>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715" name="Google Shape;715;p38"/>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716" name="Google Shape;716;p38"/>
          <p:cNvSpPr/>
          <p:nvPr/>
        </p:nvSpPr>
        <p:spPr>
          <a:xfrm>
            <a:off x="279225" y="37347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717" name="Google Shape;717;p38"/>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718" name="Google Shape;718;p38"/>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719" name="Google Shape;719;p38"/>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720" name="Google Shape;720;p38"/>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721" name="Google Shape;721;p38"/>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722" name="Google Shape;722;p38"/>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sp>
        <p:nvSpPr>
          <p:cNvPr id="723" name="Google Shape;723;p38"/>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724" name="Google Shape;724;p38"/>
          <p:cNvSpPr txBox="1"/>
          <p:nvPr/>
        </p:nvSpPr>
        <p:spPr>
          <a:xfrm>
            <a:off x="4936450" y="141675"/>
            <a:ext cx="19170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grpSp>
        <p:nvGrpSpPr>
          <p:cNvPr id="725" name="Google Shape;725;p38"/>
          <p:cNvGrpSpPr/>
          <p:nvPr/>
        </p:nvGrpSpPr>
        <p:grpSpPr>
          <a:xfrm>
            <a:off x="6030900" y="810813"/>
            <a:ext cx="2455550" cy="2310300"/>
            <a:chOff x="5802325" y="1049538"/>
            <a:chExt cx="2455550" cy="2310300"/>
          </a:xfrm>
        </p:grpSpPr>
        <p:sp>
          <p:nvSpPr>
            <p:cNvPr id="726" name="Google Shape;726;p38"/>
            <p:cNvSpPr txBox="1"/>
            <p:nvPr/>
          </p:nvSpPr>
          <p:spPr>
            <a:xfrm>
              <a:off x="5802325" y="1049538"/>
              <a:ext cx="2455500" cy="2310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pSp>
          <p:nvGrpSpPr>
            <p:cNvPr id="727" name="Google Shape;727;p38"/>
            <p:cNvGrpSpPr/>
            <p:nvPr/>
          </p:nvGrpSpPr>
          <p:grpSpPr>
            <a:xfrm>
              <a:off x="5802375" y="1109200"/>
              <a:ext cx="2455500" cy="488100"/>
              <a:chOff x="5802375" y="1109200"/>
              <a:chExt cx="2455500" cy="488100"/>
            </a:xfrm>
          </p:grpSpPr>
          <p:sp>
            <p:nvSpPr>
              <p:cNvPr id="728" name="Google Shape;728;p38"/>
              <p:cNvSpPr txBox="1"/>
              <p:nvPr/>
            </p:nvSpPr>
            <p:spPr>
              <a:xfrm>
                <a:off x="5802375" y="1109200"/>
                <a:ext cx="24555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latin typeface="Fredoka One"/>
                    <a:ea typeface="Fredoka One"/>
                    <a:cs typeface="Fredoka One"/>
                    <a:sym typeface="Fredoka One"/>
                  </a:rPr>
                  <a:t>Breakfast                     </a:t>
                </a:r>
                <a:endParaRPr sz="1300">
                  <a:solidFill>
                    <a:schemeClr val="dk2"/>
                  </a:solidFill>
                  <a:latin typeface="Fredoka One"/>
                  <a:ea typeface="Fredoka One"/>
                  <a:cs typeface="Fredoka One"/>
                  <a:sym typeface="Fredoka One"/>
                </a:endParaRPr>
              </a:p>
            </p:txBody>
          </p:sp>
          <p:sp>
            <p:nvSpPr>
              <p:cNvPr id="729" name="Google Shape;729;p38"/>
              <p:cNvSpPr/>
              <p:nvPr/>
            </p:nvSpPr>
            <p:spPr>
              <a:xfrm>
                <a:off x="6763250" y="1109200"/>
                <a:ext cx="894600" cy="342900"/>
              </a:xfrm>
              <a:prstGeom prst="flowChartAlternateProcess">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rgbClr val="434343"/>
                    </a:solidFill>
                    <a:latin typeface="Fredoka One"/>
                    <a:ea typeface="Fredoka One"/>
                    <a:cs typeface="Fredoka One"/>
                    <a:sym typeface="Fredoka One"/>
                  </a:rPr>
                  <a:t>9:00am</a:t>
                </a:r>
                <a:endParaRPr sz="1300">
                  <a:solidFill>
                    <a:srgbClr val="434343"/>
                  </a:solidFill>
                  <a:latin typeface="Fredoka One"/>
                  <a:ea typeface="Fredoka One"/>
                  <a:cs typeface="Fredoka One"/>
                  <a:sym typeface="Fredoka One"/>
                </a:endParaRPr>
              </a:p>
            </p:txBody>
          </p:sp>
          <p:grpSp>
            <p:nvGrpSpPr>
              <p:cNvPr id="730" name="Google Shape;730;p38"/>
              <p:cNvGrpSpPr/>
              <p:nvPr/>
            </p:nvGrpSpPr>
            <p:grpSpPr>
              <a:xfrm>
                <a:off x="7882050" y="1149825"/>
                <a:ext cx="247850" cy="261650"/>
                <a:chOff x="6447825" y="3950300"/>
                <a:chExt cx="247850" cy="261650"/>
              </a:xfrm>
            </p:grpSpPr>
            <p:sp>
              <p:nvSpPr>
                <p:cNvPr id="731" name="Google Shape;731;p38"/>
                <p:cNvSpPr/>
                <p:nvPr/>
              </p:nvSpPr>
              <p:spPr>
                <a:xfrm>
                  <a:off x="6447825" y="4032850"/>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32" name="Google Shape;732;p38"/>
                <p:cNvGrpSpPr/>
                <p:nvPr/>
              </p:nvGrpSpPr>
              <p:grpSpPr>
                <a:xfrm>
                  <a:off x="6461538" y="3950300"/>
                  <a:ext cx="234137" cy="221872"/>
                  <a:chOff x="5142600" y="2456316"/>
                  <a:chExt cx="288239" cy="296700"/>
                </a:xfrm>
              </p:grpSpPr>
              <p:cxnSp>
                <p:nvCxnSpPr>
                  <p:cNvPr id="733" name="Google Shape;733;p38"/>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734" name="Google Shape;734;p38"/>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grpSp>
        </p:grpSp>
        <p:grpSp>
          <p:nvGrpSpPr>
            <p:cNvPr id="735" name="Google Shape;735;p38"/>
            <p:cNvGrpSpPr/>
            <p:nvPr/>
          </p:nvGrpSpPr>
          <p:grpSpPr>
            <a:xfrm>
              <a:off x="5802375" y="1570350"/>
              <a:ext cx="2455500" cy="488100"/>
              <a:chOff x="5802375" y="1109200"/>
              <a:chExt cx="2455500" cy="488100"/>
            </a:xfrm>
          </p:grpSpPr>
          <p:sp>
            <p:nvSpPr>
              <p:cNvPr id="736" name="Google Shape;736;p38"/>
              <p:cNvSpPr txBox="1"/>
              <p:nvPr/>
            </p:nvSpPr>
            <p:spPr>
              <a:xfrm>
                <a:off x="5802375" y="1109200"/>
                <a:ext cx="24555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latin typeface="Fredoka One"/>
                    <a:ea typeface="Fredoka One"/>
                    <a:cs typeface="Fredoka One"/>
                    <a:sym typeface="Fredoka One"/>
                  </a:rPr>
                  <a:t>Lunch</a:t>
                </a:r>
                <a:r>
                  <a:rPr lang="en-GB" sz="1300">
                    <a:solidFill>
                      <a:schemeClr val="dk2"/>
                    </a:solidFill>
                    <a:latin typeface="Fredoka One"/>
                    <a:ea typeface="Fredoka One"/>
                    <a:cs typeface="Fredoka One"/>
                    <a:sym typeface="Fredoka One"/>
                  </a:rPr>
                  <a:t>                     </a:t>
                </a:r>
                <a:endParaRPr sz="1300">
                  <a:solidFill>
                    <a:schemeClr val="dk2"/>
                  </a:solidFill>
                  <a:latin typeface="Fredoka One"/>
                  <a:ea typeface="Fredoka One"/>
                  <a:cs typeface="Fredoka One"/>
                  <a:sym typeface="Fredoka One"/>
                </a:endParaRPr>
              </a:p>
            </p:txBody>
          </p:sp>
          <p:sp>
            <p:nvSpPr>
              <p:cNvPr id="737" name="Google Shape;737;p38"/>
              <p:cNvSpPr/>
              <p:nvPr/>
            </p:nvSpPr>
            <p:spPr>
              <a:xfrm>
                <a:off x="6763250" y="1109200"/>
                <a:ext cx="905400" cy="342900"/>
              </a:xfrm>
              <a:prstGeom prst="flowChartAlternateProcess">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rgbClr val="434343"/>
                    </a:solidFill>
                    <a:latin typeface="Fredoka One"/>
                    <a:ea typeface="Fredoka One"/>
                    <a:cs typeface="Fredoka One"/>
                    <a:sym typeface="Fredoka One"/>
                  </a:rPr>
                  <a:t>12</a:t>
                </a:r>
                <a:r>
                  <a:rPr lang="en-GB" sz="1300">
                    <a:solidFill>
                      <a:srgbClr val="434343"/>
                    </a:solidFill>
                    <a:latin typeface="Fredoka One"/>
                    <a:ea typeface="Fredoka One"/>
                    <a:cs typeface="Fredoka One"/>
                    <a:sym typeface="Fredoka One"/>
                  </a:rPr>
                  <a:t>:00pm</a:t>
                </a:r>
                <a:endParaRPr sz="1300">
                  <a:solidFill>
                    <a:srgbClr val="434343"/>
                  </a:solidFill>
                  <a:latin typeface="Fredoka One"/>
                  <a:ea typeface="Fredoka One"/>
                  <a:cs typeface="Fredoka One"/>
                  <a:sym typeface="Fredoka One"/>
                </a:endParaRPr>
              </a:p>
            </p:txBody>
          </p:sp>
          <p:grpSp>
            <p:nvGrpSpPr>
              <p:cNvPr id="738" name="Google Shape;738;p38"/>
              <p:cNvGrpSpPr/>
              <p:nvPr/>
            </p:nvGrpSpPr>
            <p:grpSpPr>
              <a:xfrm>
                <a:off x="7882050" y="1149825"/>
                <a:ext cx="247850" cy="261650"/>
                <a:chOff x="6447825" y="3950300"/>
                <a:chExt cx="247850" cy="261650"/>
              </a:xfrm>
            </p:grpSpPr>
            <p:sp>
              <p:nvSpPr>
                <p:cNvPr id="739" name="Google Shape;739;p38"/>
                <p:cNvSpPr/>
                <p:nvPr/>
              </p:nvSpPr>
              <p:spPr>
                <a:xfrm>
                  <a:off x="6447825" y="4032850"/>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40" name="Google Shape;740;p38"/>
                <p:cNvGrpSpPr/>
                <p:nvPr/>
              </p:nvGrpSpPr>
              <p:grpSpPr>
                <a:xfrm>
                  <a:off x="6461538" y="3950300"/>
                  <a:ext cx="234137" cy="221872"/>
                  <a:chOff x="5142600" y="2456316"/>
                  <a:chExt cx="288239" cy="296700"/>
                </a:xfrm>
              </p:grpSpPr>
              <p:cxnSp>
                <p:nvCxnSpPr>
                  <p:cNvPr id="741" name="Google Shape;741;p38"/>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742" name="Google Shape;742;p38"/>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grpSp>
        </p:grpSp>
        <p:grpSp>
          <p:nvGrpSpPr>
            <p:cNvPr id="743" name="Google Shape;743;p38"/>
            <p:cNvGrpSpPr/>
            <p:nvPr/>
          </p:nvGrpSpPr>
          <p:grpSpPr>
            <a:xfrm>
              <a:off x="5802375" y="2062113"/>
              <a:ext cx="2455500" cy="488100"/>
              <a:chOff x="5802375" y="1109200"/>
              <a:chExt cx="2455500" cy="488100"/>
            </a:xfrm>
          </p:grpSpPr>
          <p:sp>
            <p:nvSpPr>
              <p:cNvPr id="744" name="Google Shape;744;p38"/>
              <p:cNvSpPr txBox="1"/>
              <p:nvPr/>
            </p:nvSpPr>
            <p:spPr>
              <a:xfrm>
                <a:off x="5802375" y="1109200"/>
                <a:ext cx="24555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latin typeface="Fredoka One"/>
                    <a:ea typeface="Fredoka One"/>
                    <a:cs typeface="Fredoka One"/>
                    <a:sym typeface="Fredoka One"/>
                  </a:rPr>
                  <a:t>Dinner</a:t>
                </a:r>
                <a:r>
                  <a:rPr lang="en-GB" sz="1300">
                    <a:solidFill>
                      <a:schemeClr val="dk2"/>
                    </a:solidFill>
                    <a:latin typeface="Fredoka One"/>
                    <a:ea typeface="Fredoka One"/>
                    <a:cs typeface="Fredoka One"/>
                    <a:sym typeface="Fredoka One"/>
                  </a:rPr>
                  <a:t>                     </a:t>
                </a:r>
                <a:endParaRPr sz="1300">
                  <a:solidFill>
                    <a:schemeClr val="dk2"/>
                  </a:solidFill>
                  <a:latin typeface="Fredoka One"/>
                  <a:ea typeface="Fredoka One"/>
                  <a:cs typeface="Fredoka One"/>
                  <a:sym typeface="Fredoka One"/>
                </a:endParaRPr>
              </a:p>
            </p:txBody>
          </p:sp>
          <p:sp>
            <p:nvSpPr>
              <p:cNvPr id="745" name="Google Shape;745;p38"/>
              <p:cNvSpPr/>
              <p:nvPr/>
            </p:nvSpPr>
            <p:spPr>
              <a:xfrm>
                <a:off x="6763250" y="1109200"/>
                <a:ext cx="905400" cy="342900"/>
              </a:xfrm>
              <a:prstGeom prst="flowChartAlternateProcess">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rgbClr val="434343"/>
                    </a:solidFill>
                    <a:latin typeface="Fredoka One"/>
                    <a:ea typeface="Fredoka One"/>
                    <a:cs typeface="Fredoka One"/>
                    <a:sym typeface="Fredoka One"/>
                  </a:rPr>
                  <a:t>6</a:t>
                </a:r>
                <a:r>
                  <a:rPr lang="en-GB" sz="1300">
                    <a:solidFill>
                      <a:srgbClr val="434343"/>
                    </a:solidFill>
                    <a:latin typeface="Fredoka One"/>
                    <a:ea typeface="Fredoka One"/>
                    <a:cs typeface="Fredoka One"/>
                    <a:sym typeface="Fredoka One"/>
                  </a:rPr>
                  <a:t>:00pm</a:t>
                </a:r>
                <a:endParaRPr sz="1300">
                  <a:solidFill>
                    <a:srgbClr val="434343"/>
                  </a:solidFill>
                  <a:latin typeface="Fredoka One"/>
                  <a:ea typeface="Fredoka One"/>
                  <a:cs typeface="Fredoka One"/>
                  <a:sym typeface="Fredoka One"/>
                </a:endParaRPr>
              </a:p>
            </p:txBody>
          </p:sp>
          <p:grpSp>
            <p:nvGrpSpPr>
              <p:cNvPr id="746" name="Google Shape;746;p38"/>
              <p:cNvGrpSpPr/>
              <p:nvPr/>
            </p:nvGrpSpPr>
            <p:grpSpPr>
              <a:xfrm>
                <a:off x="7882050" y="1149825"/>
                <a:ext cx="247850" cy="261650"/>
                <a:chOff x="6447825" y="3950300"/>
                <a:chExt cx="247850" cy="261650"/>
              </a:xfrm>
            </p:grpSpPr>
            <p:sp>
              <p:nvSpPr>
                <p:cNvPr id="747" name="Google Shape;747;p38"/>
                <p:cNvSpPr/>
                <p:nvPr/>
              </p:nvSpPr>
              <p:spPr>
                <a:xfrm>
                  <a:off x="6447825" y="4032850"/>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48" name="Google Shape;748;p38"/>
                <p:cNvGrpSpPr/>
                <p:nvPr/>
              </p:nvGrpSpPr>
              <p:grpSpPr>
                <a:xfrm>
                  <a:off x="6461538" y="3950300"/>
                  <a:ext cx="234137" cy="221872"/>
                  <a:chOff x="5142600" y="2456316"/>
                  <a:chExt cx="288239" cy="296700"/>
                </a:xfrm>
              </p:grpSpPr>
              <p:cxnSp>
                <p:nvCxnSpPr>
                  <p:cNvPr id="749" name="Google Shape;749;p38"/>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750" name="Google Shape;750;p38"/>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grpSp>
        </p:grpSp>
        <p:sp>
          <p:nvSpPr>
            <p:cNvPr id="751" name="Google Shape;751;p38"/>
            <p:cNvSpPr txBox="1"/>
            <p:nvPr/>
          </p:nvSpPr>
          <p:spPr>
            <a:xfrm>
              <a:off x="5802375" y="2492050"/>
              <a:ext cx="24555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latin typeface="Fredoka One"/>
                  <a:ea typeface="Fredoka One"/>
                  <a:cs typeface="Fredoka One"/>
                  <a:sym typeface="Fredoka One"/>
                </a:rPr>
                <a:t>Important </a:t>
              </a:r>
              <a:endParaRPr sz="13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2"/>
                  </a:solidFill>
                  <a:latin typeface="Fredoka One"/>
                  <a:ea typeface="Fredoka One"/>
                  <a:cs typeface="Fredoka One"/>
                  <a:sym typeface="Fredoka One"/>
                </a:rPr>
                <a:t>Contacts</a:t>
              </a:r>
              <a:r>
                <a:rPr lang="en-GB" sz="1300">
                  <a:solidFill>
                    <a:schemeClr val="dk2"/>
                  </a:solidFill>
                  <a:latin typeface="Fredoka One"/>
                  <a:ea typeface="Fredoka One"/>
                  <a:cs typeface="Fredoka One"/>
                  <a:sym typeface="Fredoka One"/>
                </a:rPr>
                <a:t>                     </a:t>
              </a:r>
              <a:endParaRPr sz="1300">
                <a:solidFill>
                  <a:schemeClr val="dk2"/>
                </a:solidFill>
                <a:latin typeface="Fredoka One"/>
                <a:ea typeface="Fredoka One"/>
                <a:cs typeface="Fredoka One"/>
                <a:sym typeface="Fredoka One"/>
              </a:endParaRPr>
            </a:p>
          </p:txBody>
        </p:sp>
        <p:sp>
          <p:nvSpPr>
            <p:cNvPr id="752" name="Google Shape;752;p38"/>
            <p:cNvSpPr/>
            <p:nvPr/>
          </p:nvSpPr>
          <p:spPr>
            <a:xfrm>
              <a:off x="6763250" y="2568250"/>
              <a:ext cx="905400" cy="342900"/>
            </a:xfrm>
            <a:prstGeom prst="flowChartAlternateProcess">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300">
                  <a:solidFill>
                    <a:srgbClr val="434343"/>
                  </a:solidFill>
                  <a:latin typeface="Fredoka One"/>
                  <a:ea typeface="Fredoka One"/>
                  <a:cs typeface="Fredoka One"/>
                  <a:sym typeface="Fredoka One"/>
                </a:rPr>
                <a:t>Monthly</a:t>
              </a:r>
              <a:endParaRPr sz="1300">
                <a:solidFill>
                  <a:srgbClr val="434343"/>
                </a:solidFill>
                <a:latin typeface="Fredoka One"/>
                <a:ea typeface="Fredoka One"/>
                <a:cs typeface="Fredoka One"/>
                <a:sym typeface="Fredoka One"/>
              </a:endParaRPr>
            </a:p>
          </p:txBody>
        </p:sp>
        <p:grpSp>
          <p:nvGrpSpPr>
            <p:cNvPr id="753" name="Google Shape;753;p38"/>
            <p:cNvGrpSpPr/>
            <p:nvPr/>
          </p:nvGrpSpPr>
          <p:grpSpPr>
            <a:xfrm>
              <a:off x="7882050" y="2608875"/>
              <a:ext cx="247850" cy="261650"/>
              <a:chOff x="6447825" y="3950300"/>
              <a:chExt cx="247850" cy="261650"/>
            </a:xfrm>
          </p:grpSpPr>
          <p:sp>
            <p:nvSpPr>
              <p:cNvPr id="754" name="Google Shape;754;p38"/>
              <p:cNvSpPr/>
              <p:nvPr/>
            </p:nvSpPr>
            <p:spPr>
              <a:xfrm>
                <a:off x="6447825" y="4032850"/>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55" name="Google Shape;755;p38"/>
              <p:cNvGrpSpPr/>
              <p:nvPr/>
            </p:nvGrpSpPr>
            <p:grpSpPr>
              <a:xfrm>
                <a:off x="6461538" y="3950300"/>
                <a:ext cx="234137" cy="221872"/>
                <a:chOff x="5142600" y="2456316"/>
                <a:chExt cx="288239" cy="296700"/>
              </a:xfrm>
            </p:grpSpPr>
            <p:cxnSp>
              <p:nvCxnSpPr>
                <p:cNvPr id="756" name="Google Shape;756;p38"/>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757" name="Google Shape;757;p38"/>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grpSp>
      </p:grpSp>
      <p:sp>
        <p:nvSpPr>
          <p:cNvPr id="758" name="Google Shape;758;p38"/>
          <p:cNvSpPr txBox="1"/>
          <p:nvPr/>
        </p:nvSpPr>
        <p:spPr>
          <a:xfrm>
            <a:off x="7496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Creator/s: :Ziggy Ward and Maddie Wenmohs</a:t>
            </a:r>
            <a:endParaRPr sz="500">
              <a:solidFill>
                <a:schemeClr val="dk2"/>
              </a:solidFill>
            </a:endParaRPr>
          </a:p>
        </p:txBody>
      </p:sp>
      <p:sp>
        <p:nvSpPr>
          <p:cNvPr id="759" name="Google Shape;759;p38"/>
          <p:cNvSpPr txBox="1"/>
          <p:nvPr/>
        </p:nvSpPr>
        <p:spPr>
          <a:xfrm>
            <a:off x="6030925" y="31852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Passwords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760" name="Google Shape;760;p38"/>
          <p:cNvSpPr txBox="1"/>
          <p:nvPr/>
        </p:nvSpPr>
        <p:spPr>
          <a:xfrm>
            <a:off x="6030925" y="36578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Biometrics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761" name="Google Shape;761;p38"/>
          <p:cNvSpPr/>
          <p:nvPr/>
        </p:nvSpPr>
        <p:spPr>
          <a:xfrm>
            <a:off x="3925388" y="3746975"/>
            <a:ext cx="240600" cy="228900"/>
          </a:xfrm>
          <a:prstGeom prst="rect">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2" name="Google Shape;762;p38"/>
          <p:cNvSpPr/>
          <p:nvPr/>
        </p:nvSpPr>
        <p:spPr>
          <a:xfrm>
            <a:off x="3684788" y="3746975"/>
            <a:ext cx="240600" cy="228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3" name="Google Shape;763;p38"/>
          <p:cNvSpPr/>
          <p:nvPr/>
        </p:nvSpPr>
        <p:spPr>
          <a:xfrm>
            <a:off x="3684788" y="374697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4" name="Google Shape;764;p38"/>
          <p:cNvSpPr/>
          <p:nvPr/>
        </p:nvSpPr>
        <p:spPr>
          <a:xfrm>
            <a:off x="3684788" y="4071800"/>
            <a:ext cx="240600" cy="228900"/>
          </a:xfrm>
          <a:prstGeom prst="rect">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5" name="Google Shape;765;p38"/>
          <p:cNvSpPr/>
          <p:nvPr/>
        </p:nvSpPr>
        <p:spPr>
          <a:xfrm>
            <a:off x="3925388" y="4071800"/>
            <a:ext cx="240600" cy="2289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38"/>
          <p:cNvSpPr/>
          <p:nvPr/>
        </p:nvSpPr>
        <p:spPr>
          <a:xfrm>
            <a:off x="3005013" y="3428725"/>
            <a:ext cx="240600" cy="2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7" name="Google Shape;767;p38"/>
          <p:cNvSpPr/>
          <p:nvPr/>
        </p:nvSpPr>
        <p:spPr>
          <a:xfrm>
            <a:off x="2764413" y="3428725"/>
            <a:ext cx="240600" cy="22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8" name="Google Shape;768;p38"/>
          <p:cNvSpPr/>
          <p:nvPr/>
        </p:nvSpPr>
        <p:spPr>
          <a:xfrm>
            <a:off x="2764413" y="342872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9" name="Google Shape;769;p38"/>
          <p:cNvSpPr/>
          <p:nvPr/>
        </p:nvSpPr>
        <p:spPr>
          <a:xfrm>
            <a:off x="3684788" y="4071800"/>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0" name="Google Shape;770;p38"/>
          <p:cNvSpPr txBox="1"/>
          <p:nvPr/>
        </p:nvSpPr>
        <p:spPr>
          <a:xfrm>
            <a:off x="2680725" y="416463"/>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Language Options:</a:t>
            </a:r>
            <a:endParaRPr>
              <a:solidFill>
                <a:schemeClr val="dk1"/>
              </a:solidFill>
              <a:latin typeface="Fredoka One"/>
              <a:ea typeface="Fredoka One"/>
              <a:cs typeface="Fredoka One"/>
              <a:sym typeface="Fredoka One"/>
            </a:endParaRPr>
          </a:p>
        </p:txBody>
      </p:sp>
      <p:sp>
        <p:nvSpPr>
          <p:cNvPr id="771" name="Google Shape;771;p38"/>
          <p:cNvSpPr/>
          <p:nvPr/>
        </p:nvSpPr>
        <p:spPr>
          <a:xfrm>
            <a:off x="2753675" y="7920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English                           ↓</a:t>
            </a:r>
            <a:endParaRPr>
              <a:solidFill>
                <a:schemeClr val="dk1"/>
              </a:solidFill>
              <a:latin typeface="Fredoka One"/>
              <a:ea typeface="Fredoka One"/>
              <a:cs typeface="Fredoka One"/>
              <a:sym typeface="Fredoka One"/>
            </a:endParaRPr>
          </a:p>
        </p:txBody>
      </p:sp>
      <p:sp>
        <p:nvSpPr>
          <p:cNvPr id="772" name="Google Shape;772;p38"/>
          <p:cNvSpPr txBox="1"/>
          <p:nvPr/>
        </p:nvSpPr>
        <p:spPr>
          <a:xfrm>
            <a:off x="2680725" y="1353988"/>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Font Size:</a:t>
            </a:r>
            <a:endParaRPr>
              <a:solidFill>
                <a:schemeClr val="dk1"/>
              </a:solidFill>
              <a:latin typeface="Fredoka One"/>
              <a:ea typeface="Fredoka One"/>
              <a:cs typeface="Fredoka One"/>
              <a:sym typeface="Fredoka One"/>
            </a:endParaRPr>
          </a:p>
        </p:txBody>
      </p:sp>
      <p:grpSp>
        <p:nvGrpSpPr>
          <p:cNvPr id="773" name="Google Shape;773;p38"/>
          <p:cNvGrpSpPr/>
          <p:nvPr/>
        </p:nvGrpSpPr>
        <p:grpSpPr>
          <a:xfrm>
            <a:off x="2735200" y="1540188"/>
            <a:ext cx="1340250" cy="359700"/>
            <a:chOff x="2953150" y="1703000"/>
            <a:chExt cx="1340250" cy="359700"/>
          </a:xfrm>
        </p:grpSpPr>
        <p:sp>
          <p:nvSpPr>
            <p:cNvPr id="774" name="Google Shape;774;p38"/>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12</a:t>
              </a:r>
              <a:endParaRPr>
                <a:solidFill>
                  <a:schemeClr val="dk1"/>
                </a:solidFill>
                <a:latin typeface="Fredoka One"/>
                <a:ea typeface="Fredoka One"/>
                <a:cs typeface="Fredoka One"/>
                <a:sym typeface="Fredoka One"/>
              </a:endParaRPr>
            </a:p>
          </p:txBody>
        </p:sp>
        <p:sp>
          <p:nvSpPr>
            <p:cNvPr id="775" name="Google Shape;775;p38"/>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776" name="Google Shape;776;p38"/>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777" name="Google Shape;777;p38"/>
          <p:cNvSpPr txBox="1"/>
          <p:nvPr/>
        </p:nvSpPr>
        <p:spPr>
          <a:xfrm>
            <a:off x="2680725" y="1843113"/>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Brightness:</a:t>
            </a:r>
            <a:endParaRPr>
              <a:solidFill>
                <a:schemeClr val="dk1"/>
              </a:solidFill>
              <a:latin typeface="Fredoka One"/>
              <a:ea typeface="Fredoka One"/>
              <a:cs typeface="Fredoka One"/>
              <a:sym typeface="Fredoka One"/>
            </a:endParaRPr>
          </a:p>
        </p:txBody>
      </p:sp>
      <p:grpSp>
        <p:nvGrpSpPr>
          <p:cNvPr id="778" name="Google Shape;778;p38"/>
          <p:cNvGrpSpPr/>
          <p:nvPr/>
        </p:nvGrpSpPr>
        <p:grpSpPr>
          <a:xfrm>
            <a:off x="2735200" y="2090913"/>
            <a:ext cx="1340250" cy="359700"/>
            <a:chOff x="2953150" y="1703000"/>
            <a:chExt cx="1340250" cy="359700"/>
          </a:xfrm>
        </p:grpSpPr>
        <p:sp>
          <p:nvSpPr>
            <p:cNvPr id="779" name="Google Shape;779;p38"/>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780" name="Google Shape;780;p38"/>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781" name="Google Shape;781;p38"/>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grpSp>
        <p:nvGrpSpPr>
          <p:cNvPr id="782" name="Google Shape;782;p38"/>
          <p:cNvGrpSpPr/>
          <p:nvPr/>
        </p:nvGrpSpPr>
        <p:grpSpPr>
          <a:xfrm>
            <a:off x="4744925" y="1149853"/>
            <a:ext cx="498175" cy="200772"/>
            <a:chOff x="7517450" y="3053228"/>
            <a:chExt cx="498175" cy="200772"/>
          </a:xfrm>
        </p:grpSpPr>
        <p:sp>
          <p:nvSpPr>
            <p:cNvPr id="783" name="Google Shape;783;p38"/>
            <p:cNvSpPr/>
            <p:nvPr/>
          </p:nvSpPr>
          <p:spPr>
            <a:xfrm rot="10800000">
              <a:off x="7566453" y="3053228"/>
              <a:ext cx="449172" cy="200772"/>
            </a:xfrm>
            <a:prstGeom prst="flowChartTerminator">
              <a:avLst/>
            </a:prstGeom>
            <a:gradFill>
              <a:gsLst>
                <a:gs pos="0">
                  <a:srgbClr val="7A7A7A"/>
                </a:gs>
                <a:gs pos="100000">
                  <a:srgbClr val="39393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38"/>
            <p:cNvSpPr/>
            <p:nvPr/>
          </p:nvSpPr>
          <p:spPr>
            <a:xfrm>
              <a:off x="7517450" y="3053263"/>
              <a:ext cx="200700" cy="200700"/>
            </a:xfrm>
            <a:prstGeom prst="ellipse">
              <a:avLst/>
            </a:prstGeom>
            <a:gradFill>
              <a:gsLst>
                <a:gs pos="0">
                  <a:srgbClr val="FFFFFF"/>
                </a:gs>
                <a:gs pos="100000">
                  <a:srgbClr val="B3B3B3"/>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85" name="Google Shape;785;p38"/>
          <p:cNvSpPr txBox="1"/>
          <p:nvPr/>
        </p:nvSpPr>
        <p:spPr>
          <a:xfrm>
            <a:off x="2648800" y="1058125"/>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Toggle Text to Speech</a:t>
            </a:r>
            <a:endParaRPr>
              <a:solidFill>
                <a:schemeClr val="dk1"/>
              </a:solidFill>
              <a:latin typeface="Fredoka One"/>
              <a:ea typeface="Fredoka One"/>
              <a:cs typeface="Fredoka One"/>
              <a:sym typeface="Fredoka One"/>
            </a:endParaRPr>
          </a:p>
        </p:txBody>
      </p:sp>
      <p:sp>
        <p:nvSpPr>
          <p:cNvPr id="786" name="Google Shape;786;p38"/>
          <p:cNvSpPr txBox="1"/>
          <p:nvPr/>
        </p:nvSpPr>
        <p:spPr>
          <a:xfrm>
            <a:off x="2680725" y="2434825"/>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Saturation:</a:t>
            </a:r>
            <a:endParaRPr>
              <a:solidFill>
                <a:schemeClr val="dk1"/>
              </a:solidFill>
              <a:latin typeface="Fredoka One"/>
              <a:ea typeface="Fredoka One"/>
              <a:cs typeface="Fredoka One"/>
              <a:sym typeface="Fredoka One"/>
            </a:endParaRPr>
          </a:p>
        </p:txBody>
      </p:sp>
      <p:grpSp>
        <p:nvGrpSpPr>
          <p:cNvPr id="787" name="Google Shape;787;p38"/>
          <p:cNvGrpSpPr/>
          <p:nvPr/>
        </p:nvGrpSpPr>
        <p:grpSpPr>
          <a:xfrm>
            <a:off x="2735200" y="2682625"/>
            <a:ext cx="1340250" cy="359700"/>
            <a:chOff x="2953150" y="1703000"/>
            <a:chExt cx="1340250" cy="359700"/>
          </a:xfrm>
        </p:grpSpPr>
        <p:sp>
          <p:nvSpPr>
            <p:cNvPr id="788" name="Google Shape;788;p38"/>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789" name="Google Shape;789;p38"/>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790" name="Google Shape;790;p38"/>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791" name="Google Shape;791;p38"/>
          <p:cNvSpPr txBox="1"/>
          <p:nvPr/>
        </p:nvSpPr>
        <p:spPr>
          <a:xfrm>
            <a:off x="2695925" y="3026550"/>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Colour Schemes:</a:t>
            </a:r>
            <a:endParaRPr>
              <a:solidFill>
                <a:schemeClr val="dk1"/>
              </a:solidFill>
              <a:latin typeface="Fredoka One"/>
              <a:ea typeface="Fredoka One"/>
              <a:cs typeface="Fredoka One"/>
              <a:sym typeface="Fredoka One"/>
            </a:endParaRPr>
          </a:p>
        </p:txBody>
      </p:sp>
      <p:sp>
        <p:nvSpPr>
          <p:cNvPr id="792" name="Google Shape;792;p38"/>
          <p:cNvSpPr/>
          <p:nvPr/>
        </p:nvSpPr>
        <p:spPr>
          <a:xfrm>
            <a:off x="2764413" y="3746975"/>
            <a:ext cx="240600" cy="228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3" name="Google Shape;793;p38"/>
          <p:cNvSpPr/>
          <p:nvPr/>
        </p:nvSpPr>
        <p:spPr>
          <a:xfrm>
            <a:off x="3684788" y="3422150"/>
            <a:ext cx="240600" cy="228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4" name="Google Shape;794;p38"/>
          <p:cNvSpPr/>
          <p:nvPr/>
        </p:nvSpPr>
        <p:spPr>
          <a:xfrm>
            <a:off x="3925388" y="3422150"/>
            <a:ext cx="240600" cy="228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5" name="Google Shape;795;p38"/>
          <p:cNvSpPr/>
          <p:nvPr/>
        </p:nvSpPr>
        <p:spPr>
          <a:xfrm>
            <a:off x="3684788" y="3422150"/>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38"/>
          <p:cNvSpPr/>
          <p:nvPr/>
        </p:nvSpPr>
        <p:spPr>
          <a:xfrm>
            <a:off x="2764413" y="4098225"/>
            <a:ext cx="240600" cy="228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38"/>
          <p:cNvSpPr/>
          <p:nvPr/>
        </p:nvSpPr>
        <p:spPr>
          <a:xfrm>
            <a:off x="2764413" y="374697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38"/>
          <p:cNvSpPr/>
          <p:nvPr/>
        </p:nvSpPr>
        <p:spPr>
          <a:xfrm>
            <a:off x="2764413" y="409822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99" name="Google Shape;799;p38"/>
          <p:cNvGrpSpPr/>
          <p:nvPr/>
        </p:nvGrpSpPr>
        <p:grpSpPr>
          <a:xfrm>
            <a:off x="3338288" y="3367238"/>
            <a:ext cx="247850" cy="261650"/>
            <a:chOff x="4700625" y="3744800"/>
            <a:chExt cx="247850" cy="261650"/>
          </a:xfrm>
        </p:grpSpPr>
        <p:sp>
          <p:nvSpPr>
            <p:cNvPr id="800" name="Google Shape;800;p38"/>
            <p:cNvSpPr/>
            <p:nvPr/>
          </p:nvSpPr>
          <p:spPr>
            <a:xfrm>
              <a:off x="4700625" y="3827350"/>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01" name="Google Shape;801;p38"/>
            <p:cNvGrpSpPr/>
            <p:nvPr/>
          </p:nvGrpSpPr>
          <p:grpSpPr>
            <a:xfrm>
              <a:off x="4714338" y="3744800"/>
              <a:ext cx="234137" cy="221872"/>
              <a:chOff x="5142600" y="2456316"/>
              <a:chExt cx="288239" cy="296700"/>
            </a:xfrm>
          </p:grpSpPr>
          <p:cxnSp>
            <p:nvCxnSpPr>
              <p:cNvPr id="802" name="Google Shape;802;p38"/>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803" name="Google Shape;803;p38"/>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grpSp>
      <p:sp>
        <p:nvSpPr>
          <p:cNvPr id="804" name="Google Shape;804;p38"/>
          <p:cNvSpPr/>
          <p:nvPr/>
        </p:nvSpPr>
        <p:spPr>
          <a:xfrm>
            <a:off x="3336638" y="3768575"/>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5" name="Google Shape;805;p38"/>
          <p:cNvSpPr/>
          <p:nvPr/>
        </p:nvSpPr>
        <p:spPr>
          <a:xfrm>
            <a:off x="3336638" y="412965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38"/>
          <p:cNvSpPr/>
          <p:nvPr/>
        </p:nvSpPr>
        <p:spPr>
          <a:xfrm>
            <a:off x="4269313" y="343450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38"/>
          <p:cNvSpPr/>
          <p:nvPr/>
        </p:nvSpPr>
        <p:spPr>
          <a:xfrm>
            <a:off x="4269313" y="3768575"/>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38"/>
          <p:cNvSpPr/>
          <p:nvPr/>
        </p:nvSpPr>
        <p:spPr>
          <a:xfrm>
            <a:off x="4269313" y="412595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38"/>
          <p:cNvSpPr txBox="1"/>
          <p:nvPr/>
        </p:nvSpPr>
        <p:spPr>
          <a:xfrm>
            <a:off x="6030925" y="41458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Logout                               →</a:t>
            </a:r>
            <a:endParaRPr>
              <a:solidFill>
                <a:schemeClr val="dk1"/>
              </a:solidFill>
              <a:latin typeface="Fredoka One"/>
              <a:ea typeface="Fredoka One"/>
              <a:cs typeface="Fredoka One"/>
              <a:sym typeface="Fredoka One"/>
            </a:endParaRPr>
          </a:p>
        </p:txBody>
      </p:sp>
      <p:sp>
        <p:nvSpPr>
          <p:cNvPr id="810" name="Google Shape;810;p38"/>
          <p:cNvSpPr txBox="1"/>
          <p:nvPr/>
        </p:nvSpPr>
        <p:spPr>
          <a:xfrm>
            <a:off x="6030925" y="462050"/>
            <a:ext cx="2455500" cy="359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Automatic Reminders      ↓     </a:t>
            </a:r>
            <a:endParaRPr>
              <a:solidFill>
                <a:schemeClr val="dk1"/>
              </a:solidFill>
              <a:latin typeface="Fredoka One"/>
              <a:ea typeface="Fredoka One"/>
              <a:cs typeface="Fredoka One"/>
              <a:sym typeface="Fredoka One"/>
            </a:endParaRPr>
          </a:p>
        </p:txBody>
      </p:sp>
      <p:sp>
        <p:nvSpPr>
          <p:cNvPr id="811" name="Google Shape;811;p38"/>
          <p:cNvSpPr/>
          <p:nvPr/>
        </p:nvSpPr>
        <p:spPr>
          <a:xfrm>
            <a:off x="2735200" y="4396625"/>
            <a:ext cx="947484" cy="312282"/>
          </a:xfrm>
          <a:prstGeom prst="flowChartTerminator">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latin typeface="Fredoka One"/>
                <a:ea typeface="Fredoka One"/>
                <a:cs typeface="Fredoka One"/>
                <a:sym typeface="Fredoka One"/>
              </a:rPr>
              <a:t>Switch</a:t>
            </a:r>
            <a:endParaRPr>
              <a:solidFill>
                <a:schemeClr val="lt1"/>
              </a:solidFill>
              <a:latin typeface="Fredoka One"/>
              <a:ea typeface="Fredoka One"/>
              <a:cs typeface="Fredoka One"/>
              <a:sym typeface="Fredoka One"/>
            </a:endParaRPr>
          </a:p>
        </p:txBody>
      </p:sp>
      <p:sp>
        <p:nvSpPr>
          <p:cNvPr id="812" name="Google Shape;812;p38"/>
          <p:cNvSpPr txBox="1"/>
          <p:nvPr/>
        </p:nvSpPr>
        <p:spPr>
          <a:xfrm>
            <a:off x="2648800" y="4702200"/>
            <a:ext cx="29376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dk1"/>
                </a:solidFill>
                <a:latin typeface="Fredoka One"/>
                <a:ea typeface="Fredoka One"/>
                <a:cs typeface="Fredoka One"/>
                <a:sym typeface="Fredoka One"/>
              </a:rPr>
              <a:t>Revert to Default Appearance</a:t>
            </a:r>
            <a:endParaRPr u="sng">
              <a:solidFill>
                <a:schemeClr val="dk1"/>
              </a:solidFill>
              <a:latin typeface="Fredoka One"/>
              <a:ea typeface="Fredoka One"/>
              <a:cs typeface="Fredoka One"/>
              <a:sym typeface="Fredoka On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39"/>
          <p:cNvSpPr/>
          <p:nvPr/>
        </p:nvSpPr>
        <p:spPr>
          <a:xfrm>
            <a:off x="279225" y="26679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18" name="Google Shape;818;p39"/>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819" name="Google Shape;819;p39"/>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820" name="Google Shape;820;p39"/>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821" name="Google Shape;821;p39"/>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822" name="Google Shape;822;p39"/>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823" name="Google Shape;823;p39"/>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824" name="Google Shape;824;p39"/>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825" name="Google Shape;825;p39"/>
          <p:cNvSpPr/>
          <p:nvPr/>
        </p:nvSpPr>
        <p:spPr>
          <a:xfrm>
            <a:off x="279225" y="37347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26" name="Google Shape;826;p39"/>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Reminders</a:t>
            </a:r>
            <a:endParaRPr sz="1800">
              <a:solidFill>
                <a:srgbClr val="FFFFFF"/>
              </a:solidFill>
              <a:latin typeface="Fredoka One"/>
              <a:ea typeface="Fredoka One"/>
              <a:cs typeface="Fredoka One"/>
              <a:sym typeface="Fredoka One"/>
            </a:endParaRPr>
          </a:p>
        </p:txBody>
      </p:sp>
      <p:sp>
        <p:nvSpPr>
          <p:cNvPr id="827" name="Google Shape;827;p39"/>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828" name="Google Shape;828;p39"/>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829" name="Google Shape;829;p39"/>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830" name="Google Shape;830;p39"/>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Activities</a:t>
            </a:r>
            <a:endParaRPr sz="1800">
              <a:solidFill>
                <a:schemeClr val="lt1"/>
              </a:solidFill>
              <a:latin typeface="Fredoka One"/>
              <a:ea typeface="Fredoka One"/>
              <a:cs typeface="Fredoka One"/>
              <a:sym typeface="Fredoka One"/>
            </a:endParaRPr>
          </a:p>
        </p:txBody>
      </p:sp>
      <p:sp>
        <p:nvSpPr>
          <p:cNvPr id="831" name="Google Shape;831;p39"/>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sp>
        <p:nvSpPr>
          <p:cNvPr id="832" name="Google Shape;832;p39"/>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833" name="Google Shape;833;p39"/>
          <p:cNvSpPr txBox="1"/>
          <p:nvPr/>
        </p:nvSpPr>
        <p:spPr>
          <a:xfrm>
            <a:off x="2680725" y="416463"/>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Language Options:</a:t>
            </a:r>
            <a:endParaRPr>
              <a:solidFill>
                <a:schemeClr val="dk1"/>
              </a:solidFill>
              <a:latin typeface="Fredoka One"/>
              <a:ea typeface="Fredoka One"/>
              <a:cs typeface="Fredoka One"/>
              <a:sym typeface="Fredoka One"/>
            </a:endParaRPr>
          </a:p>
        </p:txBody>
      </p:sp>
      <p:sp>
        <p:nvSpPr>
          <p:cNvPr id="834" name="Google Shape;834;p39"/>
          <p:cNvSpPr/>
          <p:nvPr/>
        </p:nvSpPr>
        <p:spPr>
          <a:xfrm>
            <a:off x="2753675" y="7920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English                           </a:t>
            </a:r>
            <a:r>
              <a:rPr lang="en-GB">
                <a:solidFill>
                  <a:schemeClr val="dk1"/>
                </a:solidFill>
                <a:latin typeface="Fredoka One"/>
                <a:ea typeface="Fredoka One"/>
                <a:cs typeface="Fredoka One"/>
                <a:sym typeface="Fredoka One"/>
              </a:rPr>
              <a:t>↓</a:t>
            </a:r>
            <a:endParaRPr>
              <a:solidFill>
                <a:schemeClr val="dk1"/>
              </a:solidFill>
              <a:latin typeface="Fredoka One"/>
              <a:ea typeface="Fredoka One"/>
              <a:cs typeface="Fredoka One"/>
              <a:sym typeface="Fredoka One"/>
            </a:endParaRPr>
          </a:p>
        </p:txBody>
      </p:sp>
      <p:sp>
        <p:nvSpPr>
          <p:cNvPr id="835" name="Google Shape;835;p39"/>
          <p:cNvSpPr txBox="1"/>
          <p:nvPr/>
        </p:nvSpPr>
        <p:spPr>
          <a:xfrm>
            <a:off x="4936450" y="141675"/>
            <a:ext cx="19170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sp>
        <p:nvSpPr>
          <p:cNvPr id="836" name="Google Shape;836;p39"/>
          <p:cNvSpPr txBox="1"/>
          <p:nvPr/>
        </p:nvSpPr>
        <p:spPr>
          <a:xfrm>
            <a:off x="7496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Creator/s: :Ziggy Ward and Maddie Wenmohs</a:t>
            </a:r>
            <a:endParaRPr sz="500">
              <a:solidFill>
                <a:schemeClr val="dk2"/>
              </a:solidFill>
            </a:endParaRPr>
          </a:p>
        </p:txBody>
      </p:sp>
      <p:sp>
        <p:nvSpPr>
          <p:cNvPr id="837" name="Google Shape;837;p39"/>
          <p:cNvSpPr/>
          <p:nvPr/>
        </p:nvSpPr>
        <p:spPr>
          <a:xfrm>
            <a:off x="2753675" y="10206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Mandarin </a:t>
            </a:r>
            <a:r>
              <a:rPr lang="en-GB">
                <a:solidFill>
                  <a:schemeClr val="dk1"/>
                </a:solidFill>
                <a:latin typeface="Lexend"/>
                <a:ea typeface="Lexend"/>
                <a:cs typeface="Lexend"/>
                <a:sym typeface="Lexend"/>
              </a:rPr>
              <a:t>(普通话)</a:t>
            </a:r>
            <a:r>
              <a:rPr lang="en-GB">
                <a:solidFill>
                  <a:schemeClr val="dk1"/>
                </a:solidFill>
                <a:latin typeface="Lexend"/>
                <a:ea typeface="Lexend"/>
                <a:cs typeface="Lexend"/>
                <a:sym typeface="Lexend"/>
              </a:rPr>
              <a:t>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838" name="Google Shape;838;p39"/>
          <p:cNvSpPr/>
          <p:nvPr/>
        </p:nvSpPr>
        <p:spPr>
          <a:xfrm>
            <a:off x="2753675" y="1249250"/>
            <a:ext cx="2194800" cy="228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Japanese</a:t>
            </a:r>
            <a:r>
              <a:rPr lang="en-GB">
                <a:solidFill>
                  <a:schemeClr val="dk1"/>
                </a:solidFill>
                <a:latin typeface="Lexend"/>
                <a:ea typeface="Lexend"/>
                <a:cs typeface="Lexend"/>
                <a:sym typeface="Lexend"/>
              </a:rPr>
              <a:t> (</a:t>
            </a:r>
            <a:r>
              <a:rPr lang="en-GB">
                <a:solidFill>
                  <a:schemeClr val="dk1"/>
                </a:solidFill>
                <a:latin typeface="Lexend"/>
                <a:ea typeface="Lexend"/>
                <a:cs typeface="Lexend"/>
                <a:sym typeface="Lexend"/>
              </a:rPr>
              <a:t>日本語</a:t>
            </a:r>
            <a:r>
              <a:rPr lang="en-GB">
                <a:solidFill>
                  <a:schemeClr val="dk1"/>
                </a:solidFill>
                <a:latin typeface="Lexend"/>
                <a:ea typeface="Lexend"/>
                <a:cs typeface="Lexend"/>
                <a:sym typeface="Lexend"/>
              </a:rPr>
              <a:t>)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839" name="Google Shape;839;p39"/>
          <p:cNvSpPr/>
          <p:nvPr/>
        </p:nvSpPr>
        <p:spPr>
          <a:xfrm>
            <a:off x="2753675" y="14778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Korean </a:t>
            </a:r>
            <a:r>
              <a:rPr lang="en-GB">
                <a:solidFill>
                  <a:schemeClr val="dk1"/>
                </a:solidFill>
                <a:latin typeface="Lexend"/>
                <a:ea typeface="Lexend"/>
                <a:cs typeface="Lexend"/>
                <a:sym typeface="Lexend"/>
              </a:rPr>
              <a:t>(</a:t>
            </a:r>
            <a:r>
              <a:rPr lang="en-GB">
                <a:solidFill>
                  <a:schemeClr val="dk1"/>
                </a:solidFill>
                <a:latin typeface="Lexend"/>
                <a:ea typeface="Lexend"/>
                <a:cs typeface="Lexend"/>
                <a:sym typeface="Lexend"/>
              </a:rPr>
              <a:t>한국인</a:t>
            </a:r>
            <a:r>
              <a:rPr lang="en-GB">
                <a:solidFill>
                  <a:schemeClr val="dk1"/>
                </a:solidFill>
                <a:latin typeface="Lexend"/>
                <a:ea typeface="Lexend"/>
                <a:cs typeface="Lexend"/>
                <a:sym typeface="Lexend"/>
              </a:rPr>
              <a:t>)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840" name="Google Shape;840;p39"/>
          <p:cNvSpPr/>
          <p:nvPr/>
        </p:nvSpPr>
        <p:spPr>
          <a:xfrm>
            <a:off x="2753675" y="16948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Hindi </a:t>
            </a:r>
            <a:r>
              <a:rPr lang="en-GB">
                <a:solidFill>
                  <a:schemeClr val="dk1"/>
                </a:solidFill>
                <a:latin typeface="Lexend"/>
                <a:ea typeface="Lexend"/>
                <a:cs typeface="Lexend"/>
                <a:sym typeface="Lexend"/>
              </a:rPr>
              <a:t>(</a:t>
            </a:r>
            <a:r>
              <a:rPr lang="en-GB">
                <a:solidFill>
                  <a:schemeClr val="dk1"/>
                </a:solidFill>
                <a:latin typeface="Lexend"/>
                <a:ea typeface="Lexend"/>
                <a:cs typeface="Lexend"/>
                <a:sym typeface="Lexend"/>
              </a:rPr>
              <a:t>हिंदी</a:t>
            </a:r>
            <a:r>
              <a:rPr lang="en-GB">
                <a:solidFill>
                  <a:schemeClr val="dk1"/>
                </a:solidFill>
                <a:latin typeface="Lexend"/>
                <a:ea typeface="Lexend"/>
                <a:cs typeface="Lexend"/>
                <a:sym typeface="Lexend"/>
              </a:rPr>
              <a:t>)    </a:t>
            </a:r>
            <a:r>
              <a:rPr lang="en-GB">
                <a:solidFill>
                  <a:schemeClr val="dk1"/>
                </a:solidFill>
                <a:latin typeface="Fredoka One"/>
                <a:ea typeface="Fredoka One"/>
                <a:cs typeface="Fredoka One"/>
                <a:sym typeface="Fredoka One"/>
              </a:rPr>
              <a:t>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841" name="Google Shape;841;p39"/>
          <p:cNvSpPr txBox="1"/>
          <p:nvPr/>
        </p:nvSpPr>
        <p:spPr>
          <a:xfrm>
            <a:off x="2712650" y="2688113"/>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Font Size:</a:t>
            </a:r>
            <a:endParaRPr>
              <a:solidFill>
                <a:schemeClr val="dk1"/>
              </a:solidFill>
              <a:latin typeface="Fredoka One"/>
              <a:ea typeface="Fredoka One"/>
              <a:cs typeface="Fredoka One"/>
              <a:sym typeface="Fredoka One"/>
            </a:endParaRPr>
          </a:p>
        </p:txBody>
      </p:sp>
      <p:grpSp>
        <p:nvGrpSpPr>
          <p:cNvPr id="842" name="Google Shape;842;p39"/>
          <p:cNvGrpSpPr/>
          <p:nvPr/>
        </p:nvGrpSpPr>
        <p:grpSpPr>
          <a:xfrm>
            <a:off x="2767125" y="2874313"/>
            <a:ext cx="1340250" cy="359700"/>
            <a:chOff x="2953150" y="1703000"/>
            <a:chExt cx="1340250" cy="359700"/>
          </a:xfrm>
        </p:grpSpPr>
        <p:sp>
          <p:nvSpPr>
            <p:cNvPr id="843" name="Google Shape;843;p39"/>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12</a:t>
              </a:r>
              <a:endParaRPr>
                <a:solidFill>
                  <a:schemeClr val="dk1"/>
                </a:solidFill>
                <a:latin typeface="Fredoka One"/>
                <a:ea typeface="Fredoka One"/>
                <a:cs typeface="Fredoka One"/>
                <a:sym typeface="Fredoka One"/>
              </a:endParaRPr>
            </a:p>
          </p:txBody>
        </p:sp>
        <p:sp>
          <p:nvSpPr>
            <p:cNvPr id="844" name="Google Shape;844;p39"/>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845" name="Google Shape;845;p39"/>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846" name="Google Shape;846;p39"/>
          <p:cNvSpPr txBox="1"/>
          <p:nvPr/>
        </p:nvSpPr>
        <p:spPr>
          <a:xfrm>
            <a:off x="2712650" y="3177238"/>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Brightness:</a:t>
            </a:r>
            <a:endParaRPr>
              <a:solidFill>
                <a:schemeClr val="dk1"/>
              </a:solidFill>
              <a:latin typeface="Fredoka One"/>
              <a:ea typeface="Fredoka One"/>
              <a:cs typeface="Fredoka One"/>
              <a:sym typeface="Fredoka One"/>
            </a:endParaRPr>
          </a:p>
        </p:txBody>
      </p:sp>
      <p:grpSp>
        <p:nvGrpSpPr>
          <p:cNvPr id="847" name="Google Shape;847;p39"/>
          <p:cNvGrpSpPr/>
          <p:nvPr/>
        </p:nvGrpSpPr>
        <p:grpSpPr>
          <a:xfrm>
            <a:off x="2767125" y="3425038"/>
            <a:ext cx="1340250" cy="359700"/>
            <a:chOff x="2953150" y="1703000"/>
            <a:chExt cx="1340250" cy="359700"/>
          </a:xfrm>
        </p:grpSpPr>
        <p:sp>
          <p:nvSpPr>
            <p:cNvPr id="848" name="Google Shape;848;p39"/>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849" name="Google Shape;849;p39"/>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850" name="Google Shape;850;p39"/>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851" name="Google Shape;851;p39"/>
          <p:cNvSpPr txBox="1"/>
          <p:nvPr/>
        </p:nvSpPr>
        <p:spPr>
          <a:xfrm>
            <a:off x="2712650" y="3768950"/>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Saturation:</a:t>
            </a:r>
            <a:endParaRPr>
              <a:solidFill>
                <a:schemeClr val="dk1"/>
              </a:solidFill>
              <a:latin typeface="Fredoka One"/>
              <a:ea typeface="Fredoka One"/>
              <a:cs typeface="Fredoka One"/>
              <a:sym typeface="Fredoka One"/>
            </a:endParaRPr>
          </a:p>
        </p:txBody>
      </p:sp>
      <p:grpSp>
        <p:nvGrpSpPr>
          <p:cNvPr id="852" name="Google Shape;852;p39"/>
          <p:cNvGrpSpPr/>
          <p:nvPr/>
        </p:nvGrpSpPr>
        <p:grpSpPr>
          <a:xfrm>
            <a:off x="2767125" y="4016750"/>
            <a:ext cx="1340250" cy="359700"/>
            <a:chOff x="2953150" y="1703000"/>
            <a:chExt cx="1340250" cy="359700"/>
          </a:xfrm>
        </p:grpSpPr>
        <p:sp>
          <p:nvSpPr>
            <p:cNvPr id="853" name="Google Shape;853;p39"/>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854" name="Google Shape;854;p39"/>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855" name="Google Shape;855;p39"/>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856" name="Google Shape;856;p39"/>
          <p:cNvSpPr/>
          <p:nvPr/>
        </p:nvSpPr>
        <p:spPr>
          <a:xfrm>
            <a:off x="2753675" y="19234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Spanish</a:t>
            </a:r>
            <a:r>
              <a:rPr lang="en-GB">
                <a:solidFill>
                  <a:schemeClr val="dk1"/>
                </a:solidFill>
                <a:latin typeface="Lexend"/>
                <a:ea typeface="Lexend"/>
                <a:cs typeface="Lexend"/>
                <a:sym typeface="Lexend"/>
              </a:rPr>
              <a:t> (</a:t>
            </a:r>
            <a:r>
              <a:rPr lang="en-GB">
                <a:solidFill>
                  <a:schemeClr val="dk1"/>
                </a:solidFill>
                <a:latin typeface="Lexend"/>
                <a:ea typeface="Lexend"/>
                <a:cs typeface="Lexend"/>
                <a:sym typeface="Lexend"/>
              </a:rPr>
              <a:t>Espa</a:t>
            </a:r>
            <a:r>
              <a:rPr lang="en-GB">
                <a:latin typeface="Lexend"/>
                <a:ea typeface="Lexend"/>
                <a:cs typeface="Lexend"/>
                <a:sym typeface="Lexend"/>
              </a:rPr>
              <a:t>ñ</a:t>
            </a:r>
            <a:r>
              <a:rPr lang="en-GB">
                <a:solidFill>
                  <a:schemeClr val="dk1"/>
                </a:solidFill>
                <a:latin typeface="Lexend"/>
                <a:ea typeface="Lexend"/>
                <a:cs typeface="Lexend"/>
                <a:sym typeface="Lexend"/>
              </a:rPr>
              <a:t>ol</a:t>
            </a:r>
            <a:r>
              <a:rPr lang="en-GB">
                <a:solidFill>
                  <a:schemeClr val="dk1"/>
                </a:solidFill>
                <a:latin typeface="Lexend"/>
                <a:ea typeface="Lexend"/>
                <a:cs typeface="Lexend"/>
                <a:sym typeface="Lexend"/>
              </a:rPr>
              <a:t>)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857" name="Google Shape;857;p39"/>
          <p:cNvSpPr/>
          <p:nvPr/>
        </p:nvSpPr>
        <p:spPr>
          <a:xfrm>
            <a:off x="2753675" y="2159188"/>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French </a:t>
            </a:r>
            <a:r>
              <a:rPr lang="en-GB">
                <a:solidFill>
                  <a:schemeClr val="dk1"/>
                </a:solidFill>
                <a:latin typeface="Lexend"/>
                <a:ea typeface="Lexend"/>
                <a:cs typeface="Lexend"/>
                <a:sym typeface="Lexend"/>
              </a:rPr>
              <a:t>(Français)</a:t>
            </a:r>
            <a:endParaRPr>
              <a:solidFill>
                <a:schemeClr val="dk1"/>
              </a:solidFill>
              <a:latin typeface="Lexend"/>
              <a:ea typeface="Lexend"/>
              <a:cs typeface="Lexend"/>
              <a:sym typeface="Lexend"/>
            </a:endParaRPr>
          </a:p>
        </p:txBody>
      </p:sp>
      <p:sp>
        <p:nvSpPr>
          <p:cNvPr id="858" name="Google Shape;858;p39"/>
          <p:cNvSpPr/>
          <p:nvPr/>
        </p:nvSpPr>
        <p:spPr>
          <a:xfrm>
            <a:off x="2753675" y="239420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Cantonese</a:t>
            </a:r>
            <a:r>
              <a:rPr lang="en-GB">
                <a:solidFill>
                  <a:schemeClr val="dk1"/>
                </a:solidFill>
                <a:latin typeface="Lexend"/>
                <a:ea typeface="Lexend"/>
                <a:cs typeface="Lexend"/>
                <a:sym typeface="Lexend"/>
              </a:rPr>
              <a:t> (廣東話)</a:t>
            </a:r>
            <a:endParaRPr>
              <a:solidFill>
                <a:schemeClr val="dk1"/>
              </a:solidFill>
              <a:latin typeface="Lexend"/>
              <a:ea typeface="Lexend"/>
              <a:cs typeface="Lexend"/>
              <a:sym typeface="Lexend"/>
            </a:endParaRPr>
          </a:p>
        </p:txBody>
      </p:sp>
      <p:sp>
        <p:nvSpPr>
          <p:cNvPr id="859" name="Google Shape;859;p39"/>
          <p:cNvSpPr txBox="1"/>
          <p:nvPr/>
        </p:nvSpPr>
        <p:spPr>
          <a:xfrm>
            <a:off x="6030925" y="8992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Change password           →</a:t>
            </a:r>
            <a:endParaRPr>
              <a:solidFill>
                <a:schemeClr val="dk1"/>
              </a:solidFill>
              <a:latin typeface="Fredoka One"/>
              <a:ea typeface="Fredoka One"/>
              <a:cs typeface="Fredoka One"/>
              <a:sym typeface="Fredoka One"/>
            </a:endParaRPr>
          </a:p>
        </p:txBody>
      </p:sp>
      <p:sp>
        <p:nvSpPr>
          <p:cNvPr id="860" name="Google Shape;860;p39"/>
          <p:cNvSpPr txBox="1"/>
          <p:nvPr/>
        </p:nvSpPr>
        <p:spPr>
          <a:xfrm>
            <a:off x="6030925" y="13718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Set up Face ID                  →</a:t>
            </a:r>
            <a:endParaRPr>
              <a:solidFill>
                <a:schemeClr val="dk1"/>
              </a:solidFill>
              <a:latin typeface="Fredoka One"/>
              <a:ea typeface="Fredoka One"/>
              <a:cs typeface="Fredoka One"/>
              <a:sym typeface="Fredoka One"/>
            </a:endParaRPr>
          </a:p>
        </p:txBody>
      </p:sp>
      <p:sp>
        <p:nvSpPr>
          <p:cNvPr id="861" name="Google Shape;861;p39"/>
          <p:cNvSpPr txBox="1"/>
          <p:nvPr/>
        </p:nvSpPr>
        <p:spPr>
          <a:xfrm>
            <a:off x="6030925" y="18444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Set up Touch ID               →</a:t>
            </a:r>
            <a:endParaRPr>
              <a:solidFill>
                <a:schemeClr val="dk1"/>
              </a:solidFill>
              <a:latin typeface="Fredoka One"/>
              <a:ea typeface="Fredoka One"/>
              <a:cs typeface="Fredoka One"/>
              <a:sym typeface="Fredoka One"/>
            </a:endParaRPr>
          </a:p>
        </p:txBody>
      </p:sp>
      <p:sp>
        <p:nvSpPr>
          <p:cNvPr id="862" name="Google Shape;862;p39"/>
          <p:cNvSpPr txBox="1"/>
          <p:nvPr/>
        </p:nvSpPr>
        <p:spPr>
          <a:xfrm>
            <a:off x="6030925" y="2317000"/>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Logout                                →</a:t>
            </a:r>
            <a:endParaRPr>
              <a:solidFill>
                <a:schemeClr val="dk1"/>
              </a:solidFill>
              <a:latin typeface="Fredoka One"/>
              <a:ea typeface="Fredoka One"/>
              <a:cs typeface="Fredoka One"/>
              <a:sym typeface="Fredoka One"/>
            </a:endParaRPr>
          </a:p>
        </p:txBody>
      </p:sp>
      <p:sp>
        <p:nvSpPr>
          <p:cNvPr id="863" name="Google Shape;863;p39"/>
          <p:cNvSpPr txBox="1"/>
          <p:nvPr/>
        </p:nvSpPr>
        <p:spPr>
          <a:xfrm>
            <a:off x="6030925" y="462050"/>
            <a:ext cx="2455500" cy="359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Automatic Reminders      ↓     </a:t>
            </a:r>
            <a:endParaRPr>
              <a:solidFill>
                <a:schemeClr val="dk1"/>
              </a:solidFill>
              <a:latin typeface="Fredoka One"/>
              <a:ea typeface="Fredoka One"/>
              <a:cs typeface="Fredoka One"/>
              <a:sym typeface="Fredoka One"/>
            </a:endParaRPr>
          </a:p>
        </p:txBody>
      </p:sp>
      <p:grpSp>
        <p:nvGrpSpPr>
          <p:cNvPr id="864" name="Google Shape;864;p39"/>
          <p:cNvGrpSpPr/>
          <p:nvPr/>
        </p:nvGrpSpPr>
        <p:grpSpPr>
          <a:xfrm>
            <a:off x="8569625" y="4800628"/>
            <a:ext cx="498175" cy="200772"/>
            <a:chOff x="7517450" y="3053228"/>
            <a:chExt cx="498175" cy="200772"/>
          </a:xfrm>
        </p:grpSpPr>
        <p:sp>
          <p:nvSpPr>
            <p:cNvPr id="865" name="Google Shape;865;p39"/>
            <p:cNvSpPr/>
            <p:nvPr/>
          </p:nvSpPr>
          <p:spPr>
            <a:xfrm rot="10800000">
              <a:off x="7566453" y="3053228"/>
              <a:ext cx="449172" cy="200772"/>
            </a:xfrm>
            <a:prstGeom prst="flowChartTerminator">
              <a:avLst/>
            </a:prstGeom>
            <a:gradFill>
              <a:gsLst>
                <a:gs pos="0">
                  <a:srgbClr val="7A7A7A"/>
                </a:gs>
                <a:gs pos="100000">
                  <a:srgbClr val="393939"/>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39"/>
            <p:cNvSpPr/>
            <p:nvPr/>
          </p:nvSpPr>
          <p:spPr>
            <a:xfrm>
              <a:off x="7517450" y="3053263"/>
              <a:ext cx="200700" cy="200700"/>
            </a:xfrm>
            <a:prstGeom prst="ellipse">
              <a:avLst/>
            </a:prstGeom>
            <a:gradFill>
              <a:gsLst>
                <a:gs pos="0">
                  <a:srgbClr val="FFFFFF"/>
                </a:gs>
                <a:gs pos="100000">
                  <a:srgbClr val="B3B3B3"/>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67" name="Google Shape;867;p39"/>
          <p:cNvSpPr txBox="1"/>
          <p:nvPr/>
        </p:nvSpPr>
        <p:spPr>
          <a:xfrm>
            <a:off x="6473500" y="4708900"/>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Toggle Text to Speech</a:t>
            </a:r>
            <a:endParaRPr>
              <a:solidFill>
                <a:schemeClr val="dk1"/>
              </a:solidFill>
              <a:latin typeface="Fredoka One"/>
              <a:ea typeface="Fredoka One"/>
              <a:cs typeface="Fredoka One"/>
              <a:sym typeface="Fredoka On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latin typeface="Fredoka One"/>
                <a:ea typeface="Fredoka One"/>
                <a:cs typeface="Fredoka One"/>
                <a:sym typeface="Fredoka One"/>
              </a:rPr>
              <a:t>Staff Pages:</a:t>
            </a:r>
            <a:endParaRPr>
              <a:latin typeface="Fredoka One"/>
              <a:ea typeface="Fredoka One"/>
              <a:cs typeface="Fredoka One"/>
              <a:sym typeface="Fredoka One"/>
            </a:endParaRPr>
          </a:p>
        </p:txBody>
      </p:sp>
      <p:sp>
        <p:nvSpPr>
          <p:cNvPr id="873" name="Google Shape;873;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latin typeface="Fredoka One"/>
                <a:ea typeface="Fredoka One"/>
                <a:cs typeface="Fredoka One"/>
                <a:sym typeface="Fredoka One"/>
              </a:rPr>
              <a:t>(Additional)</a:t>
            </a:r>
            <a:endParaRPr>
              <a:latin typeface="Fredoka One"/>
              <a:ea typeface="Fredoka One"/>
              <a:cs typeface="Fredoka One"/>
              <a:sym typeface="Fredoka On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41"/>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879" name="Google Shape;879;p41"/>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880" name="Google Shape;880;p41"/>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881" name="Google Shape;881;p41"/>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882" name="Google Shape;882;p41"/>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883" name="Google Shape;883;p41"/>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884" name="Google Shape;884;p41"/>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885" name="Google Shape;885;p41"/>
          <p:cNvSpPr/>
          <p:nvPr/>
        </p:nvSpPr>
        <p:spPr>
          <a:xfrm>
            <a:off x="279225" y="5300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86" name="Google Shape;886;p41"/>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Home</a:t>
            </a:r>
            <a:endParaRPr sz="1800">
              <a:solidFill>
                <a:schemeClr val="dk1"/>
              </a:solidFill>
              <a:latin typeface="Fredoka One"/>
              <a:ea typeface="Fredoka One"/>
              <a:cs typeface="Fredoka One"/>
              <a:sym typeface="Fredoka One"/>
            </a:endParaRPr>
          </a:p>
        </p:txBody>
      </p:sp>
      <p:sp>
        <p:nvSpPr>
          <p:cNvPr id="887" name="Google Shape;887;p41"/>
          <p:cNvSpPr/>
          <p:nvPr/>
        </p:nvSpPr>
        <p:spPr>
          <a:xfrm>
            <a:off x="2659463" y="334775"/>
            <a:ext cx="3446700" cy="1914300"/>
          </a:xfrm>
          <a:prstGeom prst="roundRect">
            <a:avLst>
              <a:gd fmla="val 3965"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AGE:</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POINTS:</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p:txBody>
      </p:sp>
      <p:sp>
        <p:nvSpPr>
          <p:cNvPr id="888" name="Google Shape;888;p41"/>
          <p:cNvSpPr txBox="1"/>
          <p:nvPr/>
        </p:nvSpPr>
        <p:spPr>
          <a:xfrm>
            <a:off x="7974200" y="49906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889" name="Google Shape;889;p41"/>
          <p:cNvSpPr/>
          <p:nvPr/>
        </p:nvSpPr>
        <p:spPr>
          <a:xfrm>
            <a:off x="2803919" y="497375"/>
            <a:ext cx="31578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NAME:</a:t>
            </a:r>
            <a:endParaRPr sz="1800">
              <a:latin typeface="Fredoka One"/>
              <a:ea typeface="Fredoka One"/>
              <a:cs typeface="Fredoka One"/>
              <a:sym typeface="Fredoka One"/>
            </a:endParaRPr>
          </a:p>
        </p:txBody>
      </p:sp>
      <p:sp>
        <p:nvSpPr>
          <p:cNvPr id="890" name="Google Shape;890;p41"/>
          <p:cNvSpPr/>
          <p:nvPr/>
        </p:nvSpPr>
        <p:spPr>
          <a:xfrm>
            <a:off x="2821770" y="1103488"/>
            <a:ext cx="31578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EMAIL:</a:t>
            </a:r>
            <a:endParaRPr sz="1800">
              <a:latin typeface="Fredoka One"/>
              <a:ea typeface="Fredoka One"/>
              <a:cs typeface="Fredoka One"/>
              <a:sym typeface="Fredoka One"/>
            </a:endParaRPr>
          </a:p>
        </p:txBody>
      </p:sp>
      <p:sp>
        <p:nvSpPr>
          <p:cNvPr id="891" name="Google Shape;891;p41"/>
          <p:cNvSpPr txBox="1"/>
          <p:nvPr/>
        </p:nvSpPr>
        <p:spPr>
          <a:xfrm>
            <a:off x="8509825" y="4442900"/>
            <a:ext cx="91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92" name="Google Shape;892;p41"/>
          <p:cNvSpPr/>
          <p:nvPr/>
        </p:nvSpPr>
        <p:spPr>
          <a:xfrm>
            <a:off x="2821770" y="1671950"/>
            <a:ext cx="3157800" cy="3975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POSITION</a:t>
            </a:r>
            <a:r>
              <a:rPr lang="en-GB" sz="1800">
                <a:latin typeface="Fredoka One"/>
                <a:ea typeface="Fredoka One"/>
                <a:cs typeface="Fredoka One"/>
                <a:sym typeface="Fredoka One"/>
              </a:rPr>
              <a:t>:</a:t>
            </a:r>
            <a:endParaRPr sz="1800">
              <a:latin typeface="Fredoka One"/>
              <a:ea typeface="Fredoka One"/>
              <a:cs typeface="Fredoka One"/>
              <a:sym typeface="Fredoka One"/>
            </a:endParaRPr>
          </a:p>
        </p:txBody>
      </p:sp>
      <p:sp>
        <p:nvSpPr>
          <p:cNvPr id="893" name="Google Shape;893;p41"/>
          <p:cNvSpPr txBox="1"/>
          <p:nvPr/>
        </p:nvSpPr>
        <p:spPr>
          <a:xfrm>
            <a:off x="0" y="-9828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Home Page (Staff)</a:t>
            </a:r>
            <a:endParaRPr sz="3300">
              <a:solidFill>
                <a:schemeClr val="dk2"/>
              </a:solidFill>
              <a:latin typeface="Fredoka One"/>
              <a:ea typeface="Fredoka One"/>
              <a:cs typeface="Fredoka One"/>
              <a:sym typeface="Fredoka One"/>
            </a:endParaRPr>
          </a:p>
        </p:txBody>
      </p:sp>
      <p:sp>
        <p:nvSpPr>
          <p:cNvPr id="894" name="Google Shape;894;p41"/>
          <p:cNvSpPr txBox="1"/>
          <p:nvPr/>
        </p:nvSpPr>
        <p:spPr>
          <a:xfrm>
            <a:off x="2696738" y="-54162"/>
            <a:ext cx="1709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ACCOUNT</a:t>
            </a:r>
            <a:endParaRPr sz="1800">
              <a:solidFill>
                <a:schemeClr val="dk1"/>
              </a:solidFill>
              <a:latin typeface="Fredoka One"/>
              <a:ea typeface="Fredoka One"/>
              <a:cs typeface="Fredoka One"/>
              <a:sym typeface="Fredoka One"/>
            </a:endParaRPr>
          </a:p>
        </p:txBody>
      </p:sp>
      <p:sp>
        <p:nvSpPr>
          <p:cNvPr id="895" name="Google Shape;895;p41"/>
          <p:cNvSpPr/>
          <p:nvPr/>
        </p:nvSpPr>
        <p:spPr>
          <a:xfrm>
            <a:off x="6442950" y="174975"/>
            <a:ext cx="2186700" cy="2127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41"/>
          <p:cNvSpPr/>
          <p:nvPr/>
        </p:nvSpPr>
        <p:spPr>
          <a:xfrm>
            <a:off x="2555675" y="2428425"/>
            <a:ext cx="6465300" cy="2611500"/>
          </a:xfrm>
          <a:prstGeom prst="roundRect">
            <a:avLst>
              <a:gd fmla="val 9670" name="adj"/>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7" name="Google Shape;897;p41"/>
          <p:cNvSpPr/>
          <p:nvPr/>
        </p:nvSpPr>
        <p:spPr>
          <a:xfrm>
            <a:off x="2727800" y="2583900"/>
            <a:ext cx="3259500" cy="2205000"/>
          </a:xfrm>
          <a:prstGeom prst="roundRect">
            <a:avLst>
              <a:gd fmla="val 14358"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Fredoka One"/>
                <a:ea typeface="Fredoka One"/>
                <a:cs typeface="Fredoka One"/>
                <a:sym typeface="Fredoka One"/>
              </a:rPr>
              <a:t>Residents Under My Care:</a:t>
            </a:r>
            <a:endParaRPr sz="1500">
              <a:latin typeface="Fredoka One"/>
              <a:ea typeface="Fredoka One"/>
              <a:cs typeface="Fredoka One"/>
              <a:sym typeface="Fredoka One"/>
            </a:endParaRPr>
          </a:p>
          <a:p>
            <a:pPr indent="0" lvl="0" marL="0" rtl="0" algn="l">
              <a:spcBef>
                <a:spcPts val="0"/>
              </a:spcBef>
              <a:spcAft>
                <a:spcPts val="0"/>
              </a:spcAft>
              <a:buNone/>
            </a:pPr>
            <a:r>
              <a:t/>
            </a:r>
            <a:endParaRPr>
              <a:latin typeface="Fredoka One"/>
              <a:ea typeface="Fredoka One"/>
              <a:cs typeface="Fredoka One"/>
              <a:sym typeface="Fredoka One"/>
            </a:endParaRPr>
          </a:p>
        </p:txBody>
      </p:sp>
      <p:graphicFrame>
        <p:nvGraphicFramePr>
          <p:cNvPr id="898" name="Google Shape;898;p41"/>
          <p:cNvGraphicFramePr/>
          <p:nvPr/>
        </p:nvGraphicFramePr>
        <p:xfrm>
          <a:off x="2868775" y="3064350"/>
          <a:ext cx="3000000" cy="3000000"/>
        </p:xfrm>
        <a:graphic>
          <a:graphicData uri="http://schemas.openxmlformats.org/drawingml/2006/table">
            <a:tbl>
              <a:tblPr>
                <a:noFill/>
                <a:tableStyleId>{8B86D005-5666-499A-8BB1-90F13F6949E7}</a:tableStyleId>
              </a:tblPr>
              <a:tblGrid>
                <a:gridCol w="1452550"/>
                <a:gridCol w="1452550"/>
              </a:tblGrid>
              <a:tr h="446550">
                <a:tc>
                  <a:txBody>
                    <a:bodyPr/>
                    <a:lstStyle/>
                    <a:p>
                      <a:pPr indent="0" lvl="0" marL="0" rtl="0" algn="l">
                        <a:spcBef>
                          <a:spcPts val="0"/>
                        </a:spcBef>
                        <a:spcAft>
                          <a:spcPts val="0"/>
                        </a:spcAft>
                        <a:buNone/>
                      </a:pPr>
                      <a:r>
                        <a:rPr lang="en-GB">
                          <a:latin typeface="Fredoka One"/>
                          <a:ea typeface="Fredoka One"/>
                          <a:cs typeface="Fredoka One"/>
                          <a:sym typeface="Fredoka One"/>
                        </a:rPr>
                        <a:t>Mikey Nike</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80b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Harley Barley</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81b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Layla Zayla</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82b</a:t>
                      </a:r>
                      <a:endParaRPr>
                        <a:latin typeface="Fredoka One"/>
                        <a:ea typeface="Fredoka One"/>
                        <a:cs typeface="Fredoka One"/>
                        <a:sym typeface="Fredoka One"/>
                      </a:endParaRPr>
                    </a:p>
                  </a:txBody>
                  <a:tcPr marT="91425" marB="91425" marR="91425" marL="91425"/>
                </a:tc>
              </a:tr>
            </a:tbl>
          </a:graphicData>
        </a:graphic>
      </p:graphicFrame>
      <p:sp>
        <p:nvSpPr>
          <p:cNvPr id="899" name="Google Shape;899;p41"/>
          <p:cNvSpPr txBox="1"/>
          <p:nvPr/>
        </p:nvSpPr>
        <p:spPr>
          <a:xfrm>
            <a:off x="3460025" y="4366675"/>
            <a:ext cx="18456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2"/>
                </a:solidFill>
                <a:latin typeface="Fredoka One"/>
                <a:ea typeface="Fredoka One"/>
                <a:cs typeface="Fredoka One"/>
                <a:sym typeface="Fredoka One"/>
              </a:rPr>
              <a:t>View All&gt;</a:t>
            </a:r>
            <a:endParaRPr>
              <a:solidFill>
                <a:schemeClr val="dk2"/>
              </a:solidFill>
              <a:latin typeface="Fredoka One"/>
              <a:ea typeface="Fredoka One"/>
              <a:cs typeface="Fredoka One"/>
              <a:sym typeface="Fredoka One"/>
            </a:endParaRPr>
          </a:p>
        </p:txBody>
      </p:sp>
      <p:sp>
        <p:nvSpPr>
          <p:cNvPr id="900" name="Google Shape;900;p41"/>
          <p:cNvSpPr/>
          <p:nvPr/>
        </p:nvSpPr>
        <p:spPr>
          <a:xfrm>
            <a:off x="6152775" y="2583900"/>
            <a:ext cx="2684400" cy="2205000"/>
          </a:xfrm>
          <a:prstGeom prst="roundRect">
            <a:avLst>
              <a:gd fmla="val 14358"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Fredoka One"/>
                <a:ea typeface="Fredoka One"/>
                <a:cs typeface="Fredoka One"/>
                <a:sym typeface="Fredoka One"/>
              </a:rPr>
              <a:t>Missed Reminders</a:t>
            </a:r>
            <a:endParaRPr sz="1500">
              <a:latin typeface="Fredoka One"/>
              <a:ea typeface="Fredoka One"/>
              <a:cs typeface="Fredoka One"/>
              <a:sym typeface="Fredoka One"/>
            </a:endParaRPr>
          </a:p>
          <a:p>
            <a:pPr indent="-190500" lvl="0" marL="269999" rtl="0" algn="l">
              <a:spcBef>
                <a:spcPts val="0"/>
              </a:spcBef>
              <a:spcAft>
                <a:spcPts val="0"/>
              </a:spcAft>
              <a:buSzPts val="1500"/>
              <a:buFont typeface="Fredoka One"/>
              <a:buChar char="-"/>
            </a:pPr>
            <a:r>
              <a:rPr lang="en-GB" sz="1500">
                <a:latin typeface="Fredoka One"/>
                <a:ea typeface="Fredoka One"/>
                <a:cs typeface="Fredoka One"/>
                <a:sym typeface="Fredoka One"/>
              </a:rPr>
              <a:t>Name 1 (Reminder)</a:t>
            </a:r>
            <a:endParaRPr sz="1500">
              <a:latin typeface="Fredoka One"/>
              <a:ea typeface="Fredoka One"/>
              <a:cs typeface="Fredoka One"/>
              <a:sym typeface="Fredoka One"/>
            </a:endParaRPr>
          </a:p>
          <a:p>
            <a:pPr indent="-190500" lvl="0" marL="269999" rtl="0" algn="l">
              <a:spcBef>
                <a:spcPts val="0"/>
              </a:spcBef>
              <a:spcAft>
                <a:spcPts val="0"/>
              </a:spcAft>
              <a:buSzPts val="1500"/>
              <a:buFont typeface="Fredoka One"/>
              <a:buChar char="-"/>
            </a:pPr>
            <a:r>
              <a:rPr lang="en-GB" sz="1500">
                <a:latin typeface="Fredoka One"/>
                <a:ea typeface="Fredoka One"/>
                <a:cs typeface="Fredoka One"/>
                <a:sym typeface="Fredoka One"/>
              </a:rPr>
              <a:t>Name 2 (Reminder)</a:t>
            </a:r>
            <a:endParaRPr sz="1500">
              <a:latin typeface="Fredoka One"/>
              <a:ea typeface="Fredoka One"/>
              <a:cs typeface="Fredoka One"/>
              <a:sym typeface="Fredoka One"/>
            </a:endParaRPr>
          </a:p>
          <a:p>
            <a:pPr indent="-190500" lvl="0" marL="269999" rtl="0" algn="l">
              <a:spcBef>
                <a:spcPts val="0"/>
              </a:spcBef>
              <a:spcAft>
                <a:spcPts val="0"/>
              </a:spcAft>
              <a:buSzPts val="1500"/>
              <a:buFont typeface="Fredoka One"/>
              <a:buChar char="-"/>
            </a:pPr>
            <a:r>
              <a:rPr lang="en-GB" sz="1500">
                <a:latin typeface="Fredoka One"/>
                <a:ea typeface="Fredoka One"/>
                <a:cs typeface="Fredoka One"/>
                <a:sym typeface="Fredoka One"/>
              </a:rPr>
              <a:t>Name 3 (Reminder)</a:t>
            </a:r>
            <a:endParaRPr sz="1500">
              <a:latin typeface="Fredoka One"/>
              <a:ea typeface="Fredoka One"/>
              <a:cs typeface="Fredoka One"/>
              <a:sym typeface="Fredoka One"/>
            </a:endParaRPr>
          </a:p>
          <a:p>
            <a:pPr indent="-190500" lvl="0" marL="269999" rtl="0" algn="l">
              <a:spcBef>
                <a:spcPts val="0"/>
              </a:spcBef>
              <a:spcAft>
                <a:spcPts val="0"/>
              </a:spcAft>
              <a:buSzPts val="1500"/>
              <a:buFont typeface="Fredoka One"/>
              <a:buChar char="-"/>
            </a:pPr>
            <a:r>
              <a:rPr lang="en-GB" sz="1500">
                <a:latin typeface="Fredoka One"/>
                <a:ea typeface="Fredoka One"/>
                <a:cs typeface="Fredoka One"/>
                <a:sym typeface="Fredoka One"/>
              </a:rPr>
              <a:t>Name 4 (Reminder)</a:t>
            </a:r>
            <a:endParaRPr sz="1500">
              <a:latin typeface="Fredoka One"/>
              <a:ea typeface="Fredoka One"/>
              <a:cs typeface="Fredoka One"/>
              <a:sym typeface="Fredoka One"/>
            </a:endParaRPr>
          </a:p>
          <a:p>
            <a:pPr indent="0" lvl="0" marL="0" rtl="0" algn="l">
              <a:spcBef>
                <a:spcPts val="0"/>
              </a:spcBef>
              <a:spcAft>
                <a:spcPts val="0"/>
              </a:spcAft>
              <a:buNone/>
            </a:pPr>
            <a:r>
              <a:t/>
            </a:r>
            <a:endParaRPr>
              <a:latin typeface="Fredoka One"/>
              <a:ea typeface="Fredoka One"/>
              <a:cs typeface="Fredoka One"/>
              <a:sym typeface="Fredoka One"/>
            </a:endParaRPr>
          </a:p>
        </p:txBody>
      </p:sp>
      <p:sp>
        <p:nvSpPr>
          <p:cNvPr id="901" name="Google Shape;901;p41"/>
          <p:cNvSpPr txBox="1"/>
          <p:nvPr/>
        </p:nvSpPr>
        <p:spPr>
          <a:xfrm>
            <a:off x="6572175" y="4366675"/>
            <a:ext cx="18456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2"/>
                </a:solidFill>
                <a:latin typeface="Fredoka One"/>
                <a:ea typeface="Fredoka One"/>
                <a:cs typeface="Fredoka One"/>
                <a:sym typeface="Fredoka One"/>
              </a:rPr>
              <a:t>See Details</a:t>
            </a:r>
            <a:r>
              <a:rPr lang="en-GB">
                <a:solidFill>
                  <a:schemeClr val="dk2"/>
                </a:solidFill>
                <a:latin typeface="Fredoka One"/>
                <a:ea typeface="Fredoka One"/>
                <a:cs typeface="Fredoka One"/>
                <a:sym typeface="Fredoka One"/>
              </a:rPr>
              <a:t>&gt;</a:t>
            </a:r>
            <a:endParaRPr>
              <a:solidFill>
                <a:schemeClr val="dk2"/>
              </a:solidFill>
              <a:latin typeface="Fredoka One"/>
              <a:ea typeface="Fredoka One"/>
              <a:cs typeface="Fredoka One"/>
              <a:sym typeface="Fredoka On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42"/>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907" name="Google Shape;907;p42"/>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908" name="Google Shape;908;p42"/>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909" name="Google Shape;909;p42"/>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910" name="Google Shape;910;p42"/>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911" name="Google Shape;911;p42"/>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912" name="Google Shape;912;p42"/>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913" name="Google Shape;913;p42"/>
          <p:cNvSpPr/>
          <p:nvPr/>
        </p:nvSpPr>
        <p:spPr>
          <a:xfrm>
            <a:off x="279225" y="5300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14" name="Google Shape;914;p42"/>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Home</a:t>
            </a:r>
            <a:endParaRPr sz="1800">
              <a:solidFill>
                <a:schemeClr val="dk1"/>
              </a:solidFill>
              <a:latin typeface="Fredoka One"/>
              <a:ea typeface="Fredoka One"/>
              <a:cs typeface="Fredoka One"/>
              <a:sym typeface="Fredoka One"/>
            </a:endParaRPr>
          </a:p>
        </p:txBody>
      </p:sp>
      <p:sp>
        <p:nvSpPr>
          <p:cNvPr id="915" name="Google Shape;915;p42"/>
          <p:cNvSpPr txBox="1"/>
          <p:nvPr/>
        </p:nvSpPr>
        <p:spPr>
          <a:xfrm>
            <a:off x="7974200" y="49906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916" name="Google Shape;916;p42"/>
          <p:cNvSpPr txBox="1"/>
          <p:nvPr/>
        </p:nvSpPr>
        <p:spPr>
          <a:xfrm>
            <a:off x="8509825" y="4442900"/>
            <a:ext cx="91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917" name="Google Shape;917;p42"/>
          <p:cNvSpPr txBox="1"/>
          <p:nvPr/>
        </p:nvSpPr>
        <p:spPr>
          <a:xfrm>
            <a:off x="0" y="-982800"/>
            <a:ext cx="48078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Home Page (Staff)</a:t>
            </a:r>
            <a:endParaRPr sz="3300">
              <a:solidFill>
                <a:schemeClr val="dk2"/>
              </a:solidFill>
              <a:latin typeface="Fredoka One"/>
              <a:ea typeface="Fredoka One"/>
              <a:cs typeface="Fredoka One"/>
              <a:sym typeface="Fredoka One"/>
            </a:endParaRPr>
          </a:p>
        </p:txBody>
      </p:sp>
      <p:sp>
        <p:nvSpPr>
          <p:cNvPr id="918" name="Google Shape;918;p42"/>
          <p:cNvSpPr/>
          <p:nvPr/>
        </p:nvSpPr>
        <p:spPr>
          <a:xfrm>
            <a:off x="2555675" y="126700"/>
            <a:ext cx="6465300" cy="4863900"/>
          </a:xfrm>
          <a:prstGeom prst="roundRect">
            <a:avLst>
              <a:gd fmla="val 6743" name="adj"/>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9" name="Google Shape;919;p42"/>
          <p:cNvSpPr/>
          <p:nvPr/>
        </p:nvSpPr>
        <p:spPr>
          <a:xfrm>
            <a:off x="2747225" y="332600"/>
            <a:ext cx="6082200" cy="4325400"/>
          </a:xfrm>
          <a:prstGeom prst="roundRect">
            <a:avLst>
              <a:gd fmla="val 3128" name="adj"/>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latin typeface="Fredoka One"/>
                <a:ea typeface="Fredoka One"/>
                <a:cs typeface="Fredoka One"/>
                <a:sym typeface="Fredoka One"/>
              </a:rPr>
              <a:t>Residents Under My Care:</a:t>
            </a:r>
            <a:endParaRPr sz="1500">
              <a:latin typeface="Fredoka One"/>
              <a:ea typeface="Fredoka One"/>
              <a:cs typeface="Fredoka One"/>
              <a:sym typeface="Fredoka One"/>
            </a:endParaRPr>
          </a:p>
          <a:p>
            <a:pPr indent="0" lvl="0" marL="0" rtl="0" algn="l">
              <a:spcBef>
                <a:spcPts val="0"/>
              </a:spcBef>
              <a:spcAft>
                <a:spcPts val="0"/>
              </a:spcAft>
              <a:buNone/>
            </a:pPr>
            <a:r>
              <a:t/>
            </a:r>
            <a:endParaRPr>
              <a:latin typeface="Fredoka One"/>
              <a:ea typeface="Fredoka One"/>
              <a:cs typeface="Fredoka One"/>
              <a:sym typeface="Fredoka One"/>
            </a:endParaRPr>
          </a:p>
        </p:txBody>
      </p:sp>
      <p:graphicFrame>
        <p:nvGraphicFramePr>
          <p:cNvPr id="920" name="Google Shape;920;p42"/>
          <p:cNvGraphicFramePr/>
          <p:nvPr/>
        </p:nvGraphicFramePr>
        <p:xfrm>
          <a:off x="2805925" y="1008825"/>
          <a:ext cx="3000000" cy="3000000"/>
        </p:xfrm>
        <a:graphic>
          <a:graphicData uri="http://schemas.openxmlformats.org/drawingml/2006/table">
            <a:tbl>
              <a:tblPr>
                <a:noFill/>
                <a:tableStyleId>{8B86D005-5666-499A-8BB1-90F13F6949E7}</a:tableStyleId>
              </a:tblPr>
              <a:tblGrid>
                <a:gridCol w="2851950"/>
                <a:gridCol w="2851950"/>
              </a:tblGrid>
              <a:tr h="446550">
                <a:tc>
                  <a:txBody>
                    <a:bodyPr/>
                    <a:lstStyle/>
                    <a:p>
                      <a:pPr indent="0" lvl="0" marL="0" rtl="0" algn="l">
                        <a:spcBef>
                          <a:spcPts val="0"/>
                        </a:spcBef>
                        <a:spcAft>
                          <a:spcPts val="0"/>
                        </a:spcAft>
                        <a:buNone/>
                      </a:pPr>
                      <a:r>
                        <a:rPr lang="en-GB">
                          <a:latin typeface="Fredoka One"/>
                          <a:ea typeface="Fredoka One"/>
                          <a:cs typeface="Fredoka One"/>
                          <a:sym typeface="Fredoka One"/>
                        </a:rPr>
                        <a:t>Mikey Nike</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80b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Harley Barley</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81b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Layla Zayla</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82b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Otto Goat</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83b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Lexi Mel</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84b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Daniel Flan</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85b</a:t>
                      </a:r>
                      <a:endParaRPr>
                        <a:latin typeface="Fredoka One"/>
                        <a:ea typeface="Fredoka One"/>
                        <a:cs typeface="Fredoka One"/>
                        <a:sym typeface="Fredoka One"/>
                      </a:endParaRPr>
                    </a:p>
                  </a:txBody>
                  <a:tcPr marT="91425" marB="91425" marR="91425" marL="91425"/>
                </a:tc>
              </a:tr>
              <a:tr h="446550">
                <a:tc>
                  <a:txBody>
                    <a:bodyPr/>
                    <a:lstStyle/>
                    <a:p>
                      <a:pPr indent="0" lvl="0" marL="0" rtl="0" algn="l">
                        <a:spcBef>
                          <a:spcPts val="0"/>
                        </a:spcBef>
                        <a:spcAft>
                          <a:spcPts val="0"/>
                        </a:spcAft>
                        <a:buNone/>
                      </a:pPr>
                      <a:r>
                        <a:rPr lang="en-GB">
                          <a:latin typeface="Fredoka One"/>
                          <a:ea typeface="Fredoka One"/>
                          <a:cs typeface="Fredoka One"/>
                          <a:sym typeface="Fredoka One"/>
                        </a:rPr>
                        <a:t>Aria Ah</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Room 86b</a:t>
                      </a:r>
                      <a:endParaRPr>
                        <a:latin typeface="Fredoka One"/>
                        <a:ea typeface="Fredoka One"/>
                        <a:cs typeface="Fredoka One"/>
                        <a:sym typeface="Fredoka One"/>
                      </a:endParaRPr>
                    </a:p>
                  </a:txBody>
                  <a:tcPr marT="91425" marB="91425" marR="91425" marL="91425"/>
                </a:tc>
              </a:tr>
            </a:tbl>
          </a:graphicData>
        </a:graphic>
      </p:graphicFrame>
      <p:sp>
        <p:nvSpPr>
          <p:cNvPr id="921" name="Google Shape;921;p42"/>
          <p:cNvSpPr txBox="1"/>
          <p:nvPr/>
        </p:nvSpPr>
        <p:spPr>
          <a:xfrm>
            <a:off x="4859425" y="4340000"/>
            <a:ext cx="18456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u="sng">
                <a:solidFill>
                  <a:schemeClr val="dk2"/>
                </a:solidFill>
                <a:latin typeface="Fredoka One"/>
                <a:ea typeface="Fredoka One"/>
                <a:cs typeface="Fredoka One"/>
                <a:sym typeface="Fredoka One"/>
              </a:rPr>
              <a:t>Back</a:t>
            </a:r>
            <a:endParaRPr u="sng">
              <a:solidFill>
                <a:schemeClr val="dk2"/>
              </a:solidFill>
              <a:latin typeface="Fredoka One"/>
              <a:ea typeface="Fredoka One"/>
              <a:cs typeface="Fredoka One"/>
              <a:sym typeface="Fredoka One"/>
            </a:endParaRPr>
          </a:p>
        </p:txBody>
      </p:sp>
      <p:sp>
        <p:nvSpPr>
          <p:cNvPr id="922" name="Google Shape;922;p42"/>
          <p:cNvSpPr/>
          <p:nvPr/>
        </p:nvSpPr>
        <p:spPr>
          <a:xfrm rot="5400000">
            <a:off x="6590675" y="2423150"/>
            <a:ext cx="4329300" cy="148200"/>
          </a:xfrm>
          <a:prstGeom prst="round2SameRect">
            <a:avLst>
              <a:gd fmla="val 50000" name="adj1"/>
              <a:gd fmla="val 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3" name="Google Shape;923;p42"/>
          <p:cNvSpPr/>
          <p:nvPr/>
        </p:nvSpPr>
        <p:spPr>
          <a:xfrm>
            <a:off x="8703575" y="420425"/>
            <a:ext cx="103500" cy="10350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43"/>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929" name="Google Shape;929;p43"/>
          <p:cNvSpPr/>
          <p:nvPr/>
        </p:nvSpPr>
        <p:spPr>
          <a:xfrm>
            <a:off x="279225" y="10181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30" name="Google Shape;930;p43"/>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Reminders</a:t>
            </a:r>
            <a:endParaRPr sz="1800">
              <a:solidFill>
                <a:schemeClr val="dk1"/>
              </a:solidFill>
              <a:latin typeface="Fredoka One"/>
              <a:ea typeface="Fredoka One"/>
              <a:cs typeface="Fredoka One"/>
              <a:sym typeface="Fredoka One"/>
            </a:endParaRPr>
          </a:p>
        </p:txBody>
      </p:sp>
      <p:sp>
        <p:nvSpPr>
          <p:cNvPr id="931" name="Google Shape;931;p43"/>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932" name="Google Shape;932;p43"/>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933" name="Google Shape;933;p43"/>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934" name="Google Shape;934;p43"/>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935" name="Google Shape;935;p43"/>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936" name="Google Shape;936;p43"/>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937" name="Google Shape;937;p43"/>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Reminders Page (Staff) </a:t>
            </a:r>
            <a:endParaRPr sz="3300">
              <a:solidFill>
                <a:schemeClr val="dk2"/>
              </a:solidFill>
              <a:latin typeface="Fredoka One"/>
              <a:ea typeface="Fredoka One"/>
              <a:cs typeface="Fredoka One"/>
              <a:sym typeface="Fredoka One"/>
            </a:endParaRPr>
          </a:p>
        </p:txBody>
      </p:sp>
      <p:sp>
        <p:nvSpPr>
          <p:cNvPr id="938" name="Google Shape;938;p43"/>
          <p:cNvSpPr/>
          <p:nvPr/>
        </p:nvSpPr>
        <p:spPr>
          <a:xfrm>
            <a:off x="2550075" y="70275"/>
            <a:ext cx="3431100" cy="429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9" name="Google Shape;939;p43"/>
          <p:cNvSpPr txBox="1"/>
          <p:nvPr/>
        </p:nvSpPr>
        <p:spPr>
          <a:xfrm>
            <a:off x="3116013" y="145838"/>
            <a:ext cx="23166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Fredoka One"/>
                <a:ea typeface="Fredoka One"/>
                <a:cs typeface="Fredoka One"/>
                <a:sym typeface="Fredoka One"/>
              </a:rPr>
              <a:t>Missed</a:t>
            </a:r>
            <a:r>
              <a:rPr lang="en-GB" sz="1800">
                <a:solidFill>
                  <a:schemeClr val="dk1"/>
                </a:solidFill>
                <a:latin typeface="Fredoka One"/>
                <a:ea typeface="Fredoka One"/>
                <a:cs typeface="Fredoka One"/>
                <a:sym typeface="Fredoka One"/>
              </a:rPr>
              <a:t> Reminders</a:t>
            </a:r>
            <a:endParaRPr sz="1800">
              <a:solidFill>
                <a:schemeClr val="dk1"/>
              </a:solidFill>
              <a:latin typeface="Fredoka One"/>
              <a:ea typeface="Fredoka One"/>
              <a:cs typeface="Fredoka One"/>
              <a:sym typeface="Fredoka One"/>
            </a:endParaRPr>
          </a:p>
        </p:txBody>
      </p:sp>
      <p:grpSp>
        <p:nvGrpSpPr>
          <p:cNvPr id="940" name="Google Shape;940;p43"/>
          <p:cNvGrpSpPr/>
          <p:nvPr/>
        </p:nvGrpSpPr>
        <p:grpSpPr>
          <a:xfrm>
            <a:off x="2550601" y="4528378"/>
            <a:ext cx="6471026" cy="488134"/>
            <a:chOff x="5557900" y="210575"/>
            <a:chExt cx="3535500" cy="717000"/>
          </a:xfrm>
        </p:grpSpPr>
        <p:sp>
          <p:nvSpPr>
            <p:cNvPr id="941" name="Google Shape;941;p43"/>
            <p:cNvSpPr/>
            <p:nvPr/>
          </p:nvSpPr>
          <p:spPr>
            <a:xfrm>
              <a:off x="5557900" y="210575"/>
              <a:ext cx="3535500" cy="71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2" name="Google Shape;942;p43"/>
            <p:cNvSpPr txBox="1"/>
            <p:nvPr/>
          </p:nvSpPr>
          <p:spPr>
            <a:xfrm>
              <a:off x="5613100" y="349725"/>
              <a:ext cx="3480300" cy="34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700" u="sng">
                  <a:solidFill>
                    <a:schemeClr val="dk2"/>
                  </a:solidFill>
                  <a:latin typeface="Fredoka One"/>
                  <a:ea typeface="Fredoka One"/>
                  <a:cs typeface="Fredoka One"/>
                  <a:sym typeface="Fredoka One"/>
                </a:rPr>
                <a:t>View All Resident </a:t>
              </a:r>
              <a:r>
                <a:rPr lang="en-GB" sz="1700" u="sng">
                  <a:solidFill>
                    <a:schemeClr val="dk2"/>
                  </a:solidFill>
                  <a:latin typeface="Fredoka One"/>
                  <a:ea typeface="Fredoka One"/>
                  <a:cs typeface="Fredoka One"/>
                  <a:sym typeface="Fredoka One"/>
                </a:rPr>
                <a:t>Reminders &gt;</a:t>
              </a:r>
              <a:endParaRPr sz="1700" u="sng">
                <a:solidFill>
                  <a:schemeClr val="dk2"/>
                </a:solidFill>
                <a:latin typeface="Fredoka One"/>
                <a:ea typeface="Fredoka One"/>
                <a:cs typeface="Fredoka One"/>
                <a:sym typeface="Fredoka One"/>
              </a:endParaRPr>
            </a:p>
          </p:txBody>
        </p:sp>
      </p:grpSp>
      <p:sp>
        <p:nvSpPr>
          <p:cNvPr id="943" name="Google Shape;943;p43"/>
          <p:cNvSpPr/>
          <p:nvPr/>
        </p:nvSpPr>
        <p:spPr>
          <a:xfrm>
            <a:off x="6089275" y="70275"/>
            <a:ext cx="2931900" cy="429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944" name="Google Shape;944;p43"/>
          <p:cNvGraphicFramePr/>
          <p:nvPr/>
        </p:nvGraphicFramePr>
        <p:xfrm>
          <a:off x="2636900" y="618925"/>
          <a:ext cx="3000000" cy="3000000"/>
        </p:xfrm>
        <a:graphic>
          <a:graphicData uri="http://schemas.openxmlformats.org/drawingml/2006/table">
            <a:tbl>
              <a:tblPr>
                <a:noFill/>
                <a:tableStyleId>{8B86D005-5666-499A-8BB1-90F13F6949E7}</a:tableStyleId>
              </a:tblPr>
              <a:tblGrid>
                <a:gridCol w="1776975"/>
                <a:gridCol w="1025825"/>
                <a:gridCol w="472025"/>
              </a:tblGrid>
              <a:tr h="478200">
                <a:tc>
                  <a:txBody>
                    <a:bodyPr/>
                    <a:lstStyle/>
                    <a:p>
                      <a:pPr indent="0" lvl="0" marL="0" rtl="0" algn="l">
                        <a:spcBef>
                          <a:spcPts val="0"/>
                        </a:spcBef>
                        <a:spcAft>
                          <a:spcPts val="0"/>
                        </a:spcAft>
                        <a:buNone/>
                      </a:pPr>
                      <a:r>
                        <a:rPr lang="en-GB" sz="1600">
                          <a:latin typeface="Fredoka One"/>
                          <a:ea typeface="Fredoka One"/>
                          <a:cs typeface="Fredoka One"/>
                          <a:sym typeface="Fredoka One"/>
                        </a:rPr>
                        <a:t>Event</a:t>
                      </a:r>
                      <a:endParaRPr sz="16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sz="1600">
                          <a:latin typeface="Fredoka One"/>
                          <a:ea typeface="Fredoka One"/>
                          <a:cs typeface="Fredoka One"/>
                          <a:sym typeface="Fredoka One"/>
                        </a:rPr>
                        <a:t>Resident</a:t>
                      </a:r>
                      <a:endParaRPr sz="16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sz="1600">
                        <a:latin typeface="Fredoka One"/>
                        <a:ea typeface="Fredoka One"/>
                        <a:cs typeface="Fredoka One"/>
                        <a:sym typeface="Fredoka One"/>
                      </a:endParaRPr>
                    </a:p>
                  </a:txBody>
                  <a:tcPr marT="91425" marB="91425" marR="91425" marL="91425"/>
                </a:tc>
              </a:tr>
              <a:tr h="478200">
                <a:tc>
                  <a:txBody>
                    <a:bodyPr/>
                    <a:lstStyle/>
                    <a:p>
                      <a:pPr indent="0" lvl="0" marL="0" rtl="0" algn="l">
                        <a:spcBef>
                          <a:spcPts val="0"/>
                        </a:spcBef>
                        <a:spcAft>
                          <a:spcPts val="0"/>
                        </a:spcAft>
                        <a:buNone/>
                      </a:pPr>
                      <a:r>
                        <a:rPr lang="en-GB" sz="1300">
                          <a:latin typeface="Fredoka One"/>
                          <a:ea typeface="Fredoka One"/>
                          <a:cs typeface="Fredoka One"/>
                          <a:sym typeface="Fredoka One"/>
                        </a:rPr>
                        <a:t>Meds (9am)</a:t>
                      </a:r>
                      <a:endParaRPr sz="1300">
                        <a:latin typeface="Fredoka One"/>
                        <a:ea typeface="Fredoka One"/>
                        <a:cs typeface="Fredoka One"/>
                        <a:sym typeface="Fredoka One"/>
                      </a:endParaRPr>
                    </a:p>
                    <a:p>
                      <a:pPr indent="-168275" lvl="0" marL="269999" rtl="0" algn="l">
                        <a:spcBef>
                          <a:spcPts val="0"/>
                        </a:spcBef>
                        <a:spcAft>
                          <a:spcPts val="0"/>
                        </a:spcAft>
                        <a:buSzPts val="1300"/>
                        <a:buFont typeface="Fredoka One"/>
                        <a:buChar char="-"/>
                      </a:pPr>
                      <a:r>
                        <a:rPr lang="en-GB" sz="1300">
                          <a:latin typeface="Fredoka One"/>
                          <a:ea typeface="Fredoka One"/>
                          <a:cs typeface="Fredoka One"/>
                          <a:sym typeface="Fredoka One"/>
                        </a:rPr>
                        <a:t>Ibuprofen</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sz="1300">
                          <a:latin typeface="Fredoka One"/>
                          <a:ea typeface="Fredoka One"/>
                          <a:cs typeface="Fredoka One"/>
                          <a:sym typeface="Fredoka One"/>
                        </a:rPr>
                        <a:t>Layla  Z.</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sz="1300">
                        <a:latin typeface="Fredoka One"/>
                        <a:ea typeface="Fredoka One"/>
                        <a:cs typeface="Fredoka One"/>
                        <a:sym typeface="Fredoka One"/>
                      </a:endParaRPr>
                    </a:p>
                  </a:txBody>
                  <a:tcPr marT="91425" marB="91425" marR="91425" marL="91425"/>
                </a:tc>
              </a:tr>
              <a:tr h="478200">
                <a:tc>
                  <a:txBody>
                    <a:bodyPr/>
                    <a:lstStyle/>
                    <a:p>
                      <a:pPr indent="0" lvl="0" marL="0" rtl="0" algn="l">
                        <a:spcBef>
                          <a:spcPts val="0"/>
                        </a:spcBef>
                        <a:spcAft>
                          <a:spcPts val="0"/>
                        </a:spcAft>
                        <a:buNone/>
                      </a:pPr>
                      <a:r>
                        <a:rPr lang="en-GB" sz="1300">
                          <a:latin typeface="Fredoka One"/>
                          <a:ea typeface="Fredoka One"/>
                          <a:cs typeface="Fredoka One"/>
                          <a:sym typeface="Fredoka One"/>
                        </a:rPr>
                        <a:t>Meds (9am)</a:t>
                      </a:r>
                      <a:endParaRPr sz="1300">
                        <a:latin typeface="Fredoka One"/>
                        <a:ea typeface="Fredoka One"/>
                        <a:cs typeface="Fredoka One"/>
                        <a:sym typeface="Fredoka One"/>
                      </a:endParaRPr>
                    </a:p>
                    <a:p>
                      <a:pPr indent="-172549" lvl="0" marL="269999" rtl="0" algn="l">
                        <a:spcBef>
                          <a:spcPts val="0"/>
                        </a:spcBef>
                        <a:spcAft>
                          <a:spcPts val="0"/>
                        </a:spcAft>
                        <a:buSzPts val="1300"/>
                        <a:buFont typeface="Fredoka One"/>
                        <a:buChar char="-"/>
                      </a:pPr>
                      <a:r>
                        <a:rPr lang="en-GB" sz="1300">
                          <a:latin typeface="Fredoka One"/>
                          <a:ea typeface="Fredoka One"/>
                          <a:cs typeface="Fredoka One"/>
                          <a:sym typeface="Fredoka One"/>
                        </a:rPr>
                        <a:t>Zyrtec</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sz="1300">
                          <a:latin typeface="Fredoka One"/>
                          <a:ea typeface="Fredoka One"/>
                          <a:cs typeface="Fredoka One"/>
                          <a:sym typeface="Fredoka One"/>
                        </a:rPr>
                        <a:t>Otto G.</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sz="1300">
                        <a:latin typeface="Fredoka One"/>
                        <a:ea typeface="Fredoka One"/>
                        <a:cs typeface="Fredoka One"/>
                        <a:sym typeface="Fredoka One"/>
                      </a:endParaRPr>
                    </a:p>
                  </a:txBody>
                  <a:tcPr marT="91425" marB="91425" marR="91425" marL="91425"/>
                </a:tc>
              </a:tr>
              <a:tr h="478200">
                <a:tc>
                  <a:txBody>
                    <a:bodyPr/>
                    <a:lstStyle/>
                    <a:p>
                      <a:pPr indent="0" lvl="0" marL="0" rtl="0" algn="l">
                        <a:spcBef>
                          <a:spcPts val="0"/>
                        </a:spcBef>
                        <a:spcAft>
                          <a:spcPts val="0"/>
                        </a:spcAft>
                        <a:buNone/>
                      </a:pPr>
                      <a:r>
                        <a:rPr lang="en-GB" sz="1300">
                          <a:latin typeface="Fredoka One"/>
                          <a:ea typeface="Fredoka One"/>
                          <a:cs typeface="Fredoka One"/>
                          <a:sym typeface="Fredoka One"/>
                        </a:rPr>
                        <a:t>Lunch (12pm)</a:t>
                      </a:r>
                      <a:endParaRPr sz="1300">
                        <a:latin typeface="Fredoka One"/>
                        <a:ea typeface="Fredoka One"/>
                        <a:cs typeface="Fredoka One"/>
                        <a:sym typeface="Fredoka One"/>
                      </a:endParaRPr>
                    </a:p>
                    <a:p>
                      <a:pPr indent="-172549" lvl="0" marL="269999" rtl="0" algn="l">
                        <a:spcBef>
                          <a:spcPts val="0"/>
                        </a:spcBef>
                        <a:spcAft>
                          <a:spcPts val="0"/>
                        </a:spcAft>
                        <a:buSzPts val="1300"/>
                        <a:buFont typeface="Fredoka One"/>
                        <a:buChar char="-"/>
                      </a:pPr>
                      <a:r>
                        <a:rPr lang="en-GB" sz="1300">
                          <a:latin typeface="Fredoka One"/>
                          <a:ea typeface="Fredoka One"/>
                          <a:cs typeface="Fredoka One"/>
                          <a:sym typeface="Fredoka One"/>
                        </a:rPr>
                        <a:t>Pumpkin Soup</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sz="1300">
                          <a:latin typeface="Fredoka One"/>
                          <a:ea typeface="Fredoka One"/>
                          <a:cs typeface="Fredoka One"/>
                          <a:sym typeface="Fredoka One"/>
                        </a:rPr>
                        <a:t>Aria A.</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sz="1300">
                        <a:latin typeface="Fredoka One"/>
                        <a:ea typeface="Fredoka One"/>
                        <a:cs typeface="Fredoka One"/>
                        <a:sym typeface="Fredoka One"/>
                      </a:endParaRPr>
                    </a:p>
                  </a:txBody>
                  <a:tcPr marT="91425" marB="91425" marR="91425" marL="91425"/>
                </a:tc>
              </a:tr>
              <a:tr h="478200">
                <a:tc>
                  <a:txBody>
                    <a:bodyPr/>
                    <a:lstStyle/>
                    <a:p>
                      <a:pPr indent="0" lvl="0" marL="0" rtl="0" algn="l">
                        <a:spcBef>
                          <a:spcPts val="0"/>
                        </a:spcBef>
                        <a:spcAft>
                          <a:spcPts val="0"/>
                        </a:spcAft>
                        <a:buNone/>
                      </a:pPr>
                      <a:r>
                        <a:rPr lang="en-GB" sz="1300">
                          <a:latin typeface="Fredoka One"/>
                          <a:ea typeface="Fredoka One"/>
                          <a:cs typeface="Fredoka One"/>
                          <a:sym typeface="Fredoka One"/>
                        </a:rPr>
                        <a:t>Activity (12:30pm)</a:t>
                      </a:r>
                      <a:endParaRPr sz="1300">
                        <a:latin typeface="Fredoka One"/>
                        <a:ea typeface="Fredoka One"/>
                        <a:cs typeface="Fredoka One"/>
                        <a:sym typeface="Fredoka One"/>
                      </a:endParaRPr>
                    </a:p>
                    <a:p>
                      <a:pPr indent="-172549" lvl="0" marL="269999" rtl="0" algn="l">
                        <a:spcBef>
                          <a:spcPts val="0"/>
                        </a:spcBef>
                        <a:spcAft>
                          <a:spcPts val="0"/>
                        </a:spcAft>
                        <a:buSzPts val="1300"/>
                        <a:buFont typeface="Fredoka One"/>
                        <a:buChar char="-"/>
                      </a:pPr>
                      <a:r>
                        <a:rPr lang="en-GB" sz="1300">
                          <a:latin typeface="Fredoka One"/>
                          <a:ea typeface="Fredoka One"/>
                          <a:cs typeface="Fredoka One"/>
                          <a:sym typeface="Fredoka One"/>
                        </a:rPr>
                        <a:t>Baking</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sz="1300">
                          <a:latin typeface="Fredoka One"/>
                          <a:ea typeface="Fredoka One"/>
                          <a:cs typeface="Fredoka One"/>
                          <a:sym typeface="Fredoka One"/>
                        </a:rPr>
                        <a:t>Daniel F.</a:t>
                      </a:r>
                      <a:endParaRPr sz="13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sz="1300">
                        <a:latin typeface="Fredoka One"/>
                        <a:ea typeface="Fredoka One"/>
                        <a:cs typeface="Fredoka One"/>
                        <a:sym typeface="Fredoka One"/>
                      </a:endParaRPr>
                    </a:p>
                  </a:txBody>
                  <a:tcPr marT="91425" marB="91425" marR="91425" marL="91425"/>
                </a:tc>
              </a:tr>
              <a:tr h="478200">
                <a:tc>
                  <a:txBody>
                    <a:bodyPr/>
                    <a:lstStyle/>
                    <a:p>
                      <a:pPr indent="0" lvl="0" marL="0" rtl="0" algn="l">
                        <a:spcBef>
                          <a:spcPts val="0"/>
                        </a:spcBef>
                        <a:spcAft>
                          <a:spcPts val="0"/>
                        </a:spcAft>
                        <a:buNone/>
                      </a:pPr>
                      <a:r>
                        <a:rPr lang="en-GB">
                          <a:latin typeface="Fredoka One"/>
                          <a:ea typeface="Fredoka One"/>
                          <a:cs typeface="Fredoka One"/>
                          <a:sym typeface="Fredoka One"/>
                        </a:rPr>
                        <a:t>Activity (1pm)</a:t>
                      </a:r>
                      <a:endParaRPr>
                        <a:latin typeface="Fredoka One"/>
                        <a:ea typeface="Fredoka One"/>
                        <a:cs typeface="Fredoka One"/>
                        <a:sym typeface="Fredoka One"/>
                      </a:endParaRPr>
                    </a:p>
                    <a:p>
                      <a:pPr indent="-178899" lvl="0" marL="269999" rtl="0" algn="l">
                        <a:spcBef>
                          <a:spcPts val="0"/>
                        </a:spcBef>
                        <a:spcAft>
                          <a:spcPts val="0"/>
                        </a:spcAft>
                        <a:buSzPts val="1400"/>
                        <a:buFont typeface="Fredoka One"/>
                        <a:buChar char="-"/>
                      </a:pPr>
                      <a:r>
                        <a:rPr lang="en-GB">
                          <a:latin typeface="Fredoka One"/>
                          <a:ea typeface="Fredoka One"/>
                          <a:cs typeface="Fredoka One"/>
                          <a:sym typeface="Fredoka One"/>
                        </a:rPr>
                        <a:t>Birdwatching</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Lexi M.</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t/>
                      </a:r>
                      <a:endParaRPr>
                        <a:latin typeface="Fredoka One"/>
                        <a:ea typeface="Fredoka One"/>
                        <a:cs typeface="Fredoka One"/>
                        <a:sym typeface="Fredoka One"/>
                      </a:endParaRPr>
                    </a:p>
                  </a:txBody>
                  <a:tcPr marT="91425" marB="91425" marR="91425" marL="91425"/>
                </a:tc>
              </a:tr>
            </a:tbl>
          </a:graphicData>
        </a:graphic>
      </p:graphicFrame>
      <p:pic>
        <p:nvPicPr>
          <p:cNvPr id="945" name="Google Shape;945;p43"/>
          <p:cNvPicPr preferRelativeResize="0"/>
          <p:nvPr/>
        </p:nvPicPr>
        <p:blipFill>
          <a:blip r:embed="rId3">
            <a:alphaModFix/>
          </a:blip>
          <a:stretch>
            <a:fillRect/>
          </a:stretch>
        </p:blipFill>
        <p:spPr>
          <a:xfrm>
            <a:off x="5545200" y="1260125"/>
            <a:ext cx="246075" cy="246075"/>
          </a:xfrm>
          <a:prstGeom prst="rect">
            <a:avLst/>
          </a:prstGeom>
          <a:noFill/>
          <a:ln>
            <a:noFill/>
          </a:ln>
        </p:spPr>
      </p:pic>
      <p:pic>
        <p:nvPicPr>
          <p:cNvPr id="946" name="Google Shape;946;p43"/>
          <p:cNvPicPr preferRelativeResize="0"/>
          <p:nvPr/>
        </p:nvPicPr>
        <p:blipFill>
          <a:blip r:embed="rId3">
            <a:alphaModFix/>
          </a:blip>
          <a:stretch>
            <a:fillRect/>
          </a:stretch>
        </p:blipFill>
        <p:spPr>
          <a:xfrm>
            <a:off x="5545200" y="1845200"/>
            <a:ext cx="246075" cy="246075"/>
          </a:xfrm>
          <a:prstGeom prst="rect">
            <a:avLst/>
          </a:prstGeom>
          <a:noFill/>
          <a:ln>
            <a:noFill/>
          </a:ln>
        </p:spPr>
      </p:pic>
      <p:pic>
        <p:nvPicPr>
          <p:cNvPr id="947" name="Google Shape;947;p43"/>
          <p:cNvPicPr preferRelativeResize="0"/>
          <p:nvPr/>
        </p:nvPicPr>
        <p:blipFill>
          <a:blip r:embed="rId3">
            <a:alphaModFix/>
          </a:blip>
          <a:stretch>
            <a:fillRect/>
          </a:stretch>
        </p:blipFill>
        <p:spPr>
          <a:xfrm>
            <a:off x="5545200" y="2411200"/>
            <a:ext cx="246075" cy="246075"/>
          </a:xfrm>
          <a:prstGeom prst="rect">
            <a:avLst/>
          </a:prstGeom>
          <a:noFill/>
          <a:ln>
            <a:noFill/>
          </a:ln>
        </p:spPr>
      </p:pic>
      <p:pic>
        <p:nvPicPr>
          <p:cNvPr id="948" name="Google Shape;948;p43"/>
          <p:cNvPicPr preferRelativeResize="0"/>
          <p:nvPr/>
        </p:nvPicPr>
        <p:blipFill>
          <a:blip r:embed="rId3">
            <a:alphaModFix/>
          </a:blip>
          <a:stretch>
            <a:fillRect/>
          </a:stretch>
        </p:blipFill>
        <p:spPr>
          <a:xfrm>
            <a:off x="5545200" y="2977200"/>
            <a:ext cx="246075" cy="246075"/>
          </a:xfrm>
          <a:prstGeom prst="rect">
            <a:avLst/>
          </a:prstGeom>
          <a:noFill/>
          <a:ln>
            <a:noFill/>
          </a:ln>
        </p:spPr>
      </p:pic>
      <p:pic>
        <p:nvPicPr>
          <p:cNvPr id="949" name="Google Shape;949;p43"/>
          <p:cNvPicPr preferRelativeResize="0"/>
          <p:nvPr/>
        </p:nvPicPr>
        <p:blipFill>
          <a:blip r:embed="rId3">
            <a:alphaModFix/>
          </a:blip>
          <a:stretch>
            <a:fillRect/>
          </a:stretch>
        </p:blipFill>
        <p:spPr>
          <a:xfrm>
            <a:off x="5545200" y="3604125"/>
            <a:ext cx="246075" cy="246075"/>
          </a:xfrm>
          <a:prstGeom prst="rect">
            <a:avLst/>
          </a:prstGeom>
          <a:noFill/>
          <a:ln>
            <a:noFill/>
          </a:ln>
        </p:spPr>
      </p:pic>
      <p:sp>
        <p:nvSpPr>
          <p:cNvPr id="950" name="Google Shape;950;p43"/>
          <p:cNvSpPr txBox="1"/>
          <p:nvPr/>
        </p:nvSpPr>
        <p:spPr>
          <a:xfrm>
            <a:off x="6406413" y="145838"/>
            <a:ext cx="23166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Fredoka One"/>
                <a:ea typeface="Fredoka One"/>
                <a:cs typeface="Fredoka One"/>
                <a:sym typeface="Fredoka One"/>
              </a:rPr>
              <a:t>Today’s</a:t>
            </a:r>
            <a:r>
              <a:rPr lang="en-GB" sz="1800">
                <a:solidFill>
                  <a:schemeClr val="dk1"/>
                </a:solidFill>
                <a:latin typeface="Fredoka One"/>
                <a:ea typeface="Fredoka One"/>
                <a:cs typeface="Fredoka One"/>
                <a:sym typeface="Fredoka One"/>
              </a:rPr>
              <a:t> Reminders</a:t>
            </a:r>
            <a:endParaRPr sz="1800">
              <a:solidFill>
                <a:schemeClr val="dk1"/>
              </a:solidFill>
              <a:latin typeface="Fredoka One"/>
              <a:ea typeface="Fredoka One"/>
              <a:cs typeface="Fredoka One"/>
              <a:sym typeface="Fredoka One"/>
            </a:endParaRPr>
          </a:p>
          <a:p>
            <a:pPr indent="0" lvl="0" marL="0" rtl="0" algn="ctr">
              <a:spcBef>
                <a:spcPts val="0"/>
              </a:spcBef>
              <a:spcAft>
                <a:spcPts val="0"/>
              </a:spcAft>
              <a:buNone/>
            </a:pPr>
            <a:r>
              <a:t/>
            </a:r>
            <a:endParaRPr sz="1800">
              <a:solidFill>
                <a:schemeClr val="dk2"/>
              </a:solidFill>
              <a:latin typeface="Fredoka One"/>
              <a:ea typeface="Fredoka One"/>
              <a:cs typeface="Fredoka One"/>
              <a:sym typeface="Fredoka One"/>
            </a:endParaRPr>
          </a:p>
          <a:p>
            <a:pPr indent="0" lvl="0" marL="0" rtl="0" algn="ctr">
              <a:spcBef>
                <a:spcPts val="0"/>
              </a:spcBef>
              <a:spcAft>
                <a:spcPts val="0"/>
              </a:spcAft>
              <a:buNone/>
            </a:pPr>
            <a:r>
              <a:t/>
            </a:r>
            <a:endParaRPr sz="1800">
              <a:solidFill>
                <a:schemeClr val="dk2"/>
              </a:solidFill>
              <a:latin typeface="Fredoka One"/>
              <a:ea typeface="Fredoka One"/>
              <a:cs typeface="Fredoka One"/>
              <a:sym typeface="Fredoka One"/>
            </a:endParaRPr>
          </a:p>
          <a:p>
            <a:pPr indent="0" lvl="0" marL="0" rtl="0" algn="ctr">
              <a:spcBef>
                <a:spcPts val="0"/>
              </a:spcBef>
              <a:spcAft>
                <a:spcPts val="0"/>
              </a:spcAft>
              <a:buNone/>
            </a:pPr>
            <a:r>
              <a:t/>
            </a:r>
            <a:endParaRPr sz="1800">
              <a:solidFill>
                <a:schemeClr val="dk2"/>
              </a:solidFill>
              <a:latin typeface="Fredoka One"/>
              <a:ea typeface="Fredoka One"/>
              <a:cs typeface="Fredoka One"/>
              <a:sym typeface="Fredoka One"/>
            </a:endParaRPr>
          </a:p>
          <a:p>
            <a:pPr indent="0" lvl="0" marL="0" rtl="0" algn="ctr">
              <a:spcBef>
                <a:spcPts val="0"/>
              </a:spcBef>
              <a:spcAft>
                <a:spcPts val="0"/>
              </a:spcAft>
              <a:buNone/>
            </a:pPr>
            <a:r>
              <a:t/>
            </a:r>
            <a:endParaRPr sz="1800">
              <a:solidFill>
                <a:schemeClr val="dk2"/>
              </a:solidFill>
              <a:latin typeface="Fredoka One"/>
              <a:ea typeface="Fredoka One"/>
              <a:cs typeface="Fredoka One"/>
              <a:sym typeface="Fredoka One"/>
            </a:endParaRPr>
          </a:p>
          <a:p>
            <a:pPr indent="0" lvl="0" marL="0" rtl="0" algn="ctr">
              <a:spcBef>
                <a:spcPts val="0"/>
              </a:spcBef>
              <a:spcAft>
                <a:spcPts val="0"/>
              </a:spcAft>
              <a:buNone/>
            </a:pPr>
            <a:r>
              <a:t/>
            </a:r>
            <a:endParaRPr sz="1800">
              <a:solidFill>
                <a:schemeClr val="dk2"/>
              </a:solidFill>
              <a:latin typeface="Fredoka One"/>
              <a:ea typeface="Fredoka One"/>
              <a:cs typeface="Fredoka One"/>
              <a:sym typeface="Fredoka One"/>
            </a:endParaRPr>
          </a:p>
        </p:txBody>
      </p:sp>
      <p:sp>
        <p:nvSpPr>
          <p:cNvPr id="951" name="Google Shape;951;p43"/>
          <p:cNvSpPr txBox="1"/>
          <p:nvPr/>
        </p:nvSpPr>
        <p:spPr>
          <a:xfrm>
            <a:off x="6261700" y="653725"/>
            <a:ext cx="2615400" cy="3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Pottery (2pm)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Enrolled:</a:t>
            </a:r>
            <a:endParaRPr sz="1300">
              <a:solidFill>
                <a:schemeClr val="dk1"/>
              </a:solidFill>
              <a:latin typeface="Fredoka One"/>
              <a:ea typeface="Fredoka One"/>
              <a:cs typeface="Fredoka One"/>
              <a:sym typeface="Fredoka One"/>
            </a:endParaRPr>
          </a:p>
          <a:p>
            <a:pPr indent="-311150" lvl="0" marL="457200" rtl="0" algn="l">
              <a:spcBef>
                <a:spcPts val="0"/>
              </a:spcBef>
              <a:spcAft>
                <a:spcPts val="0"/>
              </a:spcAft>
              <a:buClr>
                <a:schemeClr val="dk1"/>
              </a:buClr>
              <a:buSzPts val="1300"/>
              <a:buFont typeface="Fredoka One"/>
              <a:buChar char="-"/>
            </a:pPr>
            <a:r>
              <a:rPr lang="en-GB" sz="1300">
                <a:solidFill>
                  <a:schemeClr val="dk1"/>
                </a:solidFill>
                <a:latin typeface="Fredoka One"/>
                <a:ea typeface="Fredoka One"/>
                <a:cs typeface="Fredoka One"/>
                <a:sym typeface="Fredoka One"/>
              </a:rPr>
              <a:t>Harley B.</a:t>
            </a:r>
            <a:endParaRPr sz="1300">
              <a:solidFill>
                <a:schemeClr val="dk1"/>
              </a:solidFill>
              <a:latin typeface="Fredoka One"/>
              <a:ea typeface="Fredoka One"/>
              <a:cs typeface="Fredoka One"/>
              <a:sym typeface="Fredoka One"/>
            </a:endParaRPr>
          </a:p>
          <a:p>
            <a:pPr indent="-311150" lvl="0" marL="457200" rtl="0" algn="l">
              <a:spcBef>
                <a:spcPts val="0"/>
              </a:spcBef>
              <a:spcAft>
                <a:spcPts val="0"/>
              </a:spcAft>
              <a:buClr>
                <a:schemeClr val="dk1"/>
              </a:buClr>
              <a:buSzPts val="1300"/>
              <a:buFont typeface="Fredoka One"/>
              <a:buChar char="-"/>
            </a:pPr>
            <a:r>
              <a:rPr lang="en-GB" sz="1300">
                <a:solidFill>
                  <a:schemeClr val="dk1"/>
                </a:solidFill>
                <a:latin typeface="Fredoka One"/>
                <a:ea typeface="Fredoka One"/>
                <a:cs typeface="Fredoka One"/>
                <a:sym typeface="Fredoka One"/>
              </a:rPr>
              <a:t>Zach Z.</a:t>
            </a:r>
            <a:endParaRPr sz="1300">
              <a:solidFill>
                <a:schemeClr val="dk1"/>
              </a:solidFill>
              <a:latin typeface="Fredoka One"/>
              <a:ea typeface="Fredoka One"/>
              <a:cs typeface="Fredoka One"/>
              <a:sym typeface="Fredoka One"/>
            </a:endParaRPr>
          </a:p>
          <a:p>
            <a:pPr indent="-311150" lvl="0" marL="457200" rtl="0" algn="l">
              <a:spcBef>
                <a:spcPts val="0"/>
              </a:spcBef>
              <a:spcAft>
                <a:spcPts val="0"/>
              </a:spcAft>
              <a:buClr>
                <a:schemeClr val="dk1"/>
              </a:buClr>
              <a:buSzPts val="1300"/>
              <a:buFont typeface="Fredoka One"/>
              <a:buChar char="-"/>
            </a:pPr>
            <a:r>
              <a:rPr lang="en-GB" sz="1300">
                <a:solidFill>
                  <a:schemeClr val="dk1"/>
                </a:solidFill>
                <a:latin typeface="Fredoka One"/>
                <a:ea typeface="Fredoka One"/>
                <a:cs typeface="Fredoka One"/>
                <a:sym typeface="Fredoka One"/>
              </a:rPr>
              <a:t>Otto G.</a:t>
            </a:r>
            <a:endParaRPr sz="1300">
              <a:solidFill>
                <a:schemeClr val="dk1"/>
              </a:solidFill>
              <a:latin typeface="Fredoka One"/>
              <a:ea typeface="Fredoka One"/>
              <a:cs typeface="Fredoka One"/>
              <a:sym typeface="Fredoka One"/>
            </a:endParaRPr>
          </a:p>
          <a:p>
            <a:pPr indent="-311150" lvl="0" marL="457200" rtl="0" algn="l">
              <a:spcBef>
                <a:spcPts val="0"/>
              </a:spcBef>
              <a:spcAft>
                <a:spcPts val="0"/>
              </a:spcAft>
              <a:buClr>
                <a:schemeClr val="dk1"/>
              </a:buClr>
              <a:buSzPts val="1300"/>
              <a:buFont typeface="Fredoka One"/>
              <a:buChar char="-"/>
            </a:pPr>
            <a:r>
              <a:rPr lang="en-GB" sz="1300">
                <a:solidFill>
                  <a:schemeClr val="dk1"/>
                </a:solidFill>
                <a:latin typeface="Fredoka One"/>
                <a:ea typeface="Fredoka One"/>
                <a:cs typeface="Fredoka One"/>
                <a:sym typeface="Fredoka One"/>
              </a:rPr>
              <a:t>Penny K.</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Event 2 (3:30pm)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Enrolled:</a:t>
            </a:r>
            <a:endParaRPr sz="1300">
              <a:solidFill>
                <a:schemeClr val="dk1"/>
              </a:solidFill>
              <a:latin typeface="Fredoka One"/>
              <a:ea typeface="Fredoka One"/>
              <a:cs typeface="Fredoka One"/>
              <a:sym typeface="Fredoka One"/>
            </a:endParaRPr>
          </a:p>
          <a:p>
            <a:pPr indent="-311150" lvl="0" marL="457200" rtl="0" algn="l">
              <a:spcBef>
                <a:spcPts val="0"/>
              </a:spcBef>
              <a:spcAft>
                <a:spcPts val="0"/>
              </a:spcAft>
              <a:buClr>
                <a:schemeClr val="dk1"/>
              </a:buClr>
              <a:buSzPts val="1300"/>
              <a:buFont typeface="Fredoka One"/>
              <a:buChar char="-"/>
            </a:pPr>
            <a:r>
              <a:rPr lang="en-GB" sz="1300">
                <a:solidFill>
                  <a:schemeClr val="dk1"/>
                </a:solidFill>
                <a:latin typeface="Fredoka One"/>
                <a:ea typeface="Fredoka One"/>
                <a:cs typeface="Fredoka One"/>
                <a:sym typeface="Fredoka One"/>
              </a:rPr>
              <a:t>Name</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Dinner (6pm)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Medication (7pm)</a:t>
            </a:r>
            <a:endParaRPr sz="1300">
              <a:solidFill>
                <a:schemeClr val="dk1"/>
              </a:solidFill>
              <a:latin typeface="Fredoka One"/>
              <a:ea typeface="Fredoka One"/>
              <a:cs typeface="Fredoka One"/>
              <a:sym typeface="Fredoka One"/>
            </a:endParaRPr>
          </a:p>
          <a:p>
            <a:pPr indent="-311150" lvl="0" marL="457200" rtl="0" algn="l">
              <a:spcBef>
                <a:spcPts val="0"/>
              </a:spcBef>
              <a:spcAft>
                <a:spcPts val="0"/>
              </a:spcAft>
              <a:buClr>
                <a:schemeClr val="dk1"/>
              </a:buClr>
              <a:buSzPts val="1300"/>
              <a:buFont typeface="Fredoka One"/>
              <a:buChar char="-"/>
            </a:pPr>
            <a:r>
              <a:rPr lang="en-GB" sz="1300">
                <a:solidFill>
                  <a:schemeClr val="dk1"/>
                </a:solidFill>
                <a:latin typeface="Fredoka One"/>
                <a:ea typeface="Fredoka One"/>
                <a:cs typeface="Fredoka One"/>
                <a:sym typeface="Fredoka One"/>
              </a:rPr>
              <a:t>Name</a:t>
            </a:r>
            <a:endParaRPr sz="1300">
              <a:solidFill>
                <a:schemeClr val="dk1"/>
              </a:solidFill>
              <a:latin typeface="Fredoka One"/>
              <a:ea typeface="Fredoka One"/>
              <a:cs typeface="Fredoka One"/>
              <a:sym typeface="Fredoka One"/>
            </a:endParaRPr>
          </a:p>
          <a:p>
            <a:pPr indent="-311150" lvl="0" marL="457200" rtl="0" algn="l">
              <a:spcBef>
                <a:spcPts val="0"/>
              </a:spcBef>
              <a:spcAft>
                <a:spcPts val="0"/>
              </a:spcAft>
              <a:buClr>
                <a:schemeClr val="dk1"/>
              </a:buClr>
              <a:buSzPts val="1300"/>
              <a:buFont typeface="Fredoka One"/>
              <a:buChar char="-"/>
            </a:pPr>
            <a:r>
              <a:rPr lang="en-GB" sz="1300">
                <a:solidFill>
                  <a:schemeClr val="dk1"/>
                </a:solidFill>
                <a:latin typeface="Fredoka One"/>
                <a:ea typeface="Fredoka One"/>
                <a:cs typeface="Fredoka One"/>
                <a:sym typeface="Fredoka One"/>
              </a:rPr>
              <a:t>Name</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300">
              <a:solidFill>
                <a:schemeClr val="dk1"/>
              </a:solidFill>
              <a:latin typeface="Fredoka One"/>
              <a:ea typeface="Fredoka One"/>
              <a:cs typeface="Fredoka One"/>
              <a:sym typeface="Fredoka One"/>
            </a:endParaRPr>
          </a:p>
        </p:txBody>
      </p:sp>
      <p:sp>
        <p:nvSpPr>
          <p:cNvPr id="952" name="Google Shape;952;p43"/>
          <p:cNvSpPr txBox="1"/>
          <p:nvPr/>
        </p:nvSpPr>
        <p:spPr>
          <a:xfrm>
            <a:off x="7974200" y="49906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44"/>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958" name="Google Shape;958;p44"/>
          <p:cNvSpPr/>
          <p:nvPr/>
        </p:nvSpPr>
        <p:spPr>
          <a:xfrm>
            <a:off x="279225" y="10181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59" name="Google Shape;959;p44"/>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Reminders</a:t>
            </a:r>
            <a:endParaRPr sz="1800">
              <a:solidFill>
                <a:schemeClr val="dk1"/>
              </a:solidFill>
              <a:latin typeface="Fredoka One"/>
              <a:ea typeface="Fredoka One"/>
              <a:cs typeface="Fredoka One"/>
              <a:sym typeface="Fredoka One"/>
            </a:endParaRPr>
          </a:p>
        </p:txBody>
      </p:sp>
      <p:sp>
        <p:nvSpPr>
          <p:cNvPr id="960" name="Google Shape;960;p44"/>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961" name="Google Shape;961;p44"/>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962" name="Google Shape;962;p44"/>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963" name="Google Shape;963;p44"/>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964" name="Google Shape;964;p44"/>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965" name="Google Shape;965;p44"/>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966" name="Google Shape;966;p44"/>
          <p:cNvSpPr txBox="1"/>
          <p:nvPr/>
        </p:nvSpPr>
        <p:spPr>
          <a:xfrm>
            <a:off x="36150" y="-1576825"/>
            <a:ext cx="96027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Reminders Page (Staff) after pressing “View All Resident Reminders” </a:t>
            </a:r>
            <a:endParaRPr sz="33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700">
                <a:solidFill>
                  <a:schemeClr val="dk2"/>
                </a:solidFill>
                <a:latin typeface="Fredoka One"/>
                <a:ea typeface="Fredoka One"/>
                <a:cs typeface="Fredoka One"/>
                <a:sym typeface="Fredoka One"/>
              </a:rPr>
              <a:t>They can see meds/treatments + meals + activities</a:t>
            </a:r>
            <a:endParaRPr sz="1700">
              <a:solidFill>
                <a:schemeClr val="dk2"/>
              </a:solidFill>
              <a:latin typeface="Fredoka One"/>
              <a:ea typeface="Fredoka One"/>
              <a:cs typeface="Fredoka One"/>
              <a:sym typeface="Fredoka One"/>
            </a:endParaRPr>
          </a:p>
        </p:txBody>
      </p:sp>
      <p:sp>
        <p:nvSpPr>
          <p:cNvPr id="967" name="Google Shape;967;p44"/>
          <p:cNvSpPr/>
          <p:nvPr/>
        </p:nvSpPr>
        <p:spPr>
          <a:xfrm>
            <a:off x="2550601" y="138618"/>
            <a:ext cx="6471026" cy="4877751"/>
          </a:xfrm>
          <a:prstGeom prst="roundRect">
            <a:avLst>
              <a:gd fmla="val 122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8" name="Google Shape;968;p44"/>
          <p:cNvSpPr txBox="1"/>
          <p:nvPr/>
        </p:nvSpPr>
        <p:spPr>
          <a:xfrm>
            <a:off x="2651634" y="4623111"/>
            <a:ext cx="6369900" cy="2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700" u="sng">
                <a:solidFill>
                  <a:schemeClr val="dk2"/>
                </a:solidFill>
                <a:latin typeface="Fredoka One"/>
                <a:ea typeface="Fredoka One"/>
                <a:cs typeface="Fredoka One"/>
                <a:sym typeface="Fredoka One"/>
              </a:rPr>
              <a:t>Back</a:t>
            </a:r>
            <a:endParaRPr sz="1700" u="sng">
              <a:solidFill>
                <a:schemeClr val="dk2"/>
              </a:solidFill>
              <a:latin typeface="Fredoka One"/>
              <a:ea typeface="Fredoka One"/>
              <a:cs typeface="Fredoka One"/>
              <a:sym typeface="Fredoka One"/>
            </a:endParaRPr>
          </a:p>
        </p:txBody>
      </p:sp>
      <p:sp>
        <p:nvSpPr>
          <p:cNvPr id="969" name="Google Shape;969;p44"/>
          <p:cNvSpPr txBox="1"/>
          <p:nvPr/>
        </p:nvSpPr>
        <p:spPr>
          <a:xfrm>
            <a:off x="3301425" y="237350"/>
            <a:ext cx="1410900" cy="43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Fredoka One"/>
                <a:ea typeface="Fredoka One"/>
                <a:cs typeface="Fredoka One"/>
                <a:sym typeface="Fredoka One"/>
              </a:rPr>
              <a:t>Resident</a:t>
            </a:r>
            <a:endParaRPr sz="1800">
              <a:solidFill>
                <a:schemeClr val="dk1"/>
              </a:solidFill>
              <a:latin typeface="Fredoka One"/>
              <a:ea typeface="Fredoka One"/>
              <a:cs typeface="Fredoka One"/>
              <a:sym typeface="Fredoka One"/>
            </a:endParaRPr>
          </a:p>
        </p:txBody>
      </p:sp>
      <p:sp>
        <p:nvSpPr>
          <p:cNvPr id="970" name="Google Shape;970;p44"/>
          <p:cNvSpPr txBox="1"/>
          <p:nvPr/>
        </p:nvSpPr>
        <p:spPr>
          <a:xfrm>
            <a:off x="6426900" y="210650"/>
            <a:ext cx="1917000" cy="4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Fredoka One"/>
                <a:ea typeface="Fredoka One"/>
                <a:cs typeface="Fredoka One"/>
                <a:sym typeface="Fredoka One"/>
              </a:rPr>
              <a:t>Reminders</a:t>
            </a:r>
            <a:endParaRPr sz="1800">
              <a:solidFill>
                <a:schemeClr val="dk1"/>
              </a:solidFill>
              <a:latin typeface="Fredoka One"/>
              <a:ea typeface="Fredoka One"/>
              <a:cs typeface="Fredoka One"/>
              <a:sym typeface="Fredoka One"/>
            </a:endParaRPr>
          </a:p>
        </p:txBody>
      </p:sp>
      <p:cxnSp>
        <p:nvCxnSpPr>
          <p:cNvPr id="971" name="Google Shape;971;p44"/>
          <p:cNvCxnSpPr>
            <a:endCxn id="968" idx="0"/>
          </p:cNvCxnSpPr>
          <p:nvPr/>
        </p:nvCxnSpPr>
        <p:spPr>
          <a:xfrm>
            <a:off x="5803284" y="163311"/>
            <a:ext cx="33300" cy="4459800"/>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44"/>
          <p:cNvCxnSpPr/>
          <p:nvPr/>
        </p:nvCxnSpPr>
        <p:spPr>
          <a:xfrm flipH="1" rot="10800000">
            <a:off x="2554900" y="589825"/>
            <a:ext cx="6477300" cy="16500"/>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44"/>
          <p:cNvCxnSpPr/>
          <p:nvPr/>
        </p:nvCxnSpPr>
        <p:spPr>
          <a:xfrm flipH="1" rot="10800000">
            <a:off x="2554888" y="4606600"/>
            <a:ext cx="6477300" cy="16500"/>
          </a:xfrm>
          <a:prstGeom prst="straightConnector1">
            <a:avLst/>
          </a:prstGeom>
          <a:noFill/>
          <a:ln cap="flat" cmpd="sng" w="9525">
            <a:solidFill>
              <a:schemeClr val="dk2"/>
            </a:solidFill>
            <a:prstDash val="solid"/>
            <a:round/>
            <a:headEnd len="med" w="med" type="none"/>
            <a:tailEnd len="med" w="med" type="none"/>
          </a:ln>
        </p:spPr>
      </p:cxnSp>
      <p:sp>
        <p:nvSpPr>
          <p:cNvPr id="974" name="Google Shape;974;p44"/>
          <p:cNvSpPr txBox="1"/>
          <p:nvPr/>
        </p:nvSpPr>
        <p:spPr>
          <a:xfrm>
            <a:off x="2634950" y="738075"/>
            <a:ext cx="3023100" cy="11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Fredoka One"/>
                <a:ea typeface="Fredoka One"/>
                <a:cs typeface="Fredoka One"/>
                <a:sym typeface="Fredoka One"/>
              </a:rPr>
              <a:t>Name 1</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Room Number 00a</a:t>
            </a:r>
            <a:endParaRPr sz="1300">
              <a:solidFill>
                <a:schemeClr val="dk1"/>
              </a:solidFill>
              <a:latin typeface="Fredoka One"/>
              <a:ea typeface="Fredoka One"/>
              <a:cs typeface="Fredoka One"/>
              <a:sym typeface="Fredoka One"/>
            </a:endParaRPr>
          </a:p>
        </p:txBody>
      </p:sp>
      <p:sp>
        <p:nvSpPr>
          <p:cNvPr id="975" name="Google Shape;975;p44"/>
          <p:cNvSpPr txBox="1"/>
          <p:nvPr/>
        </p:nvSpPr>
        <p:spPr>
          <a:xfrm>
            <a:off x="5873850" y="661875"/>
            <a:ext cx="3023100" cy="11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Fredoka One"/>
                <a:ea typeface="Fredoka One"/>
                <a:cs typeface="Fredoka One"/>
                <a:sym typeface="Fredoka One"/>
              </a:rPr>
              <a:t>Event</a:t>
            </a:r>
            <a:r>
              <a:rPr lang="en-GB" sz="1600">
                <a:solidFill>
                  <a:schemeClr val="dk1"/>
                </a:solidFill>
                <a:latin typeface="Fredoka One"/>
                <a:ea typeface="Fredoka One"/>
                <a:cs typeface="Fredoka One"/>
                <a:sym typeface="Fredoka One"/>
              </a:rPr>
              <a:t> 1 (Time &amp; Date)</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Event Details </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500">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rPr lang="en-GB" sz="1600">
                <a:solidFill>
                  <a:schemeClr val="dk1"/>
                </a:solidFill>
                <a:latin typeface="Fredoka One"/>
                <a:ea typeface="Fredoka One"/>
                <a:cs typeface="Fredoka One"/>
                <a:sym typeface="Fredoka One"/>
              </a:rPr>
              <a:t>Event 2 (Time &amp; Date)</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Event Details</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500">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rPr lang="en-GB" sz="1600">
                <a:solidFill>
                  <a:schemeClr val="dk1"/>
                </a:solidFill>
                <a:latin typeface="Fredoka One"/>
                <a:ea typeface="Fredoka One"/>
                <a:cs typeface="Fredoka One"/>
                <a:sym typeface="Fredoka One"/>
              </a:rPr>
              <a:t>Event 3 (Time &amp; Date)</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Event Details</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5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600">
                <a:solidFill>
                  <a:schemeClr val="dk1"/>
                </a:solidFill>
                <a:latin typeface="Fredoka One"/>
                <a:ea typeface="Fredoka One"/>
                <a:cs typeface="Fredoka One"/>
                <a:sym typeface="Fredoka One"/>
              </a:rPr>
              <a:t>Event 4 (Time &amp; Date)</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Event Details</a:t>
            </a:r>
            <a:endParaRPr sz="1200">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200">
              <a:solidFill>
                <a:schemeClr val="dk1"/>
              </a:solidFill>
              <a:latin typeface="Fredoka One"/>
              <a:ea typeface="Fredoka One"/>
              <a:cs typeface="Fredoka One"/>
              <a:sym typeface="Fredoka One"/>
            </a:endParaRPr>
          </a:p>
        </p:txBody>
      </p:sp>
      <p:sp>
        <p:nvSpPr>
          <p:cNvPr id="976" name="Google Shape;976;p44"/>
          <p:cNvSpPr txBox="1"/>
          <p:nvPr/>
        </p:nvSpPr>
        <p:spPr>
          <a:xfrm>
            <a:off x="2619763" y="2999875"/>
            <a:ext cx="3023100" cy="11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Fredoka One"/>
                <a:ea typeface="Fredoka One"/>
                <a:cs typeface="Fredoka One"/>
                <a:sym typeface="Fredoka One"/>
              </a:rPr>
              <a:t>Name 2</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Room Number 00a</a:t>
            </a:r>
            <a:endParaRPr sz="1300">
              <a:solidFill>
                <a:schemeClr val="dk1"/>
              </a:solidFill>
              <a:latin typeface="Fredoka One"/>
              <a:ea typeface="Fredoka One"/>
              <a:cs typeface="Fredoka One"/>
              <a:sym typeface="Fredoka One"/>
            </a:endParaRPr>
          </a:p>
        </p:txBody>
      </p:sp>
      <p:cxnSp>
        <p:nvCxnSpPr>
          <p:cNvPr id="977" name="Google Shape;977;p44"/>
          <p:cNvCxnSpPr/>
          <p:nvPr/>
        </p:nvCxnSpPr>
        <p:spPr>
          <a:xfrm flipH="1" rot="10800000">
            <a:off x="2547463" y="3044650"/>
            <a:ext cx="6477300" cy="16500"/>
          </a:xfrm>
          <a:prstGeom prst="straightConnector1">
            <a:avLst/>
          </a:prstGeom>
          <a:noFill/>
          <a:ln cap="flat" cmpd="sng" w="9525">
            <a:solidFill>
              <a:schemeClr val="dk2"/>
            </a:solidFill>
            <a:prstDash val="solid"/>
            <a:round/>
            <a:headEnd len="med" w="med" type="none"/>
            <a:tailEnd len="med" w="med" type="none"/>
          </a:ln>
        </p:spPr>
      </p:cxnSp>
      <p:sp>
        <p:nvSpPr>
          <p:cNvPr id="978" name="Google Shape;978;p44"/>
          <p:cNvSpPr txBox="1"/>
          <p:nvPr/>
        </p:nvSpPr>
        <p:spPr>
          <a:xfrm>
            <a:off x="5927825" y="3127625"/>
            <a:ext cx="3023100" cy="11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dk1"/>
                </a:solidFill>
                <a:latin typeface="Fredoka One"/>
                <a:ea typeface="Fredoka One"/>
                <a:cs typeface="Fredoka One"/>
                <a:sym typeface="Fredoka One"/>
              </a:rPr>
              <a:t>Event 1 (Time &amp; Date)</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Event Details </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500">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rPr lang="en-GB" sz="1600">
                <a:solidFill>
                  <a:schemeClr val="dk1"/>
                </a:solidFill>
                <a:latin typeface="Fredoka One"/>
                <a:ea typeface="Fredoka One"/>
                <a:cs typeface="Fredoka One"/>
                <a:sym typeface="Fredoka One"/>
              </a:rPr>
              <a:t>Event 2 (Time &amp; Date)</a:t>
            </a:r>
            <a:endParaRPr sz="16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200">
                <a:solidFill>
                  <a:schemeClr val="dk1"/>
                </a:solidFill>
                <a:latin typeface="Fredoka One"/>
                <a:ea typeface="Fredoka One"/>
                <a:cs typeface="Fredoka One"/>
                <a:sym typeface="Fredoka One"/>
              </a:rPr>
              <a:t>Event Details</a:t>
            </a:r>
            <a:endParaRPr sz="1200">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t/>
            </a:r>
            <a:endParaRPr sz="1200">
              <a:solidFill>
                <a:schemeClr val="dk1"/>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t/>
            </a:r>
            <a:endParaRPr sz="12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200">
              <a:solidFill>
                <a:schemeClr val="dk1"/>
              </a:solidFill>
              <a:latin typeface="Fredoka One"/>
              <a:ea typeface="Fredoka One"/>
              <a:cs typeface="Fredoka One"/>
              <a:sym typeface="Fredoka One"/>
            </a:endParaRPr>
          </a:p>
        </p:txBody>
      </p:sp>
      <p:sp>
        <p:nvSpPr>
          <p:cNvPr id="979" name="Google Shape;979;p44"/>
          <p:cNvSpPr/>
          <p:nvPr/>
        </p:nvSpPr>
        <p:spPr>
          <a:xfrm rot="5400000">
            <a:off x="6571875" y="2503400"/>
            <a:ext cx="4872900" cy="148200"/>
          </a:xfrm>
          <a:prstGeom prst="round2SameRect">
            <a:avLst>
              <a:gd fmla="val 50000" name="adj1"/>
              <a:gd fmla="val 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0" name="Google Shape;980;p44"/>
          <p:cNvSpPr/>
          <p:nvPr/>
        </p:nvSpPr>
        <p:spPr>
          <a:xfrm>
            <a:off x="8956575" y="237350"/>
            <a:ext cx="103500" cy="461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1" name="Google Shape;981;p44"/>
          <p:cNvSpPr txBox="1"/>
          <p:nvPr/>
        </p:nvSpPr>
        <p:spPr>
          <a:xfrm>
            <a:off x="7974200" y="49906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45"/>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987" name="Google Shape;987;p45"/>
          <p:cNvSpPr/>
          <p:nvPr/>
        </p:nvSpPr>
        <p:spPr>
          <a:xfrm>
            <a:off x="304125" y="16027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88" name="Google Shape;988;p45"/>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989" name="Google Shape;989;p45"/>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Calendar</a:t>
            </a:r>
            <a:endParaRPr sz="1800">
              <a:solidFill>
                <a:schemeClr val="dk1"/>
              </a:solidFill>
              <a:latin typeface="Fredoka One"/>
              <a:ea typeface="Fredoka One"/>
              <a:cs typeface="Fredoka One"/>
              <a:sym typeface="Fredoka One"/>
            </a:endParaRPr>
          </a:p>
        </p:txBody>
      </p:sp>
      <p:sp>
        <p:nvSpPr>
          <p:cNvPr id="990" name="Google Shape;990;p45"/>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991" name="Google Shape;991;p45"/>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992" name="Google Shape;992;p45"/>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993" name="Google Shape;993;p45"/>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994" name="Google Shape;994;p45"/>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995" name="Google Shape;995;p45"/>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Calendar</a:t>
            </a:r>
            <a:r>
              <a:rPr lang="en-GB" sz="3300">
                <a:solidFill>
                  <a:schemeClr val="dk2"/>
                </a:solidFill>
                <a:latin typeface="Fredoka One"/>
                <a:ea typeface="Fredoka One"/>
                <a:cs typeface="Fredoka One"/>
                <a:sym typeface="Fredoka One"/>
              </a:rPr>
              <a:t> Page (Staff) </a:t>
            </a:r>
            <a:endParaRPr sz="3300">
              <a:solidFill>
                <a:schemeClr val="dk2"/>
              </a:solidFill>
              <a:latin typeface="Fredoka One"/>
              <a:ea typeface="Fredoka One"/>
              <a:cs typeface="Fredoka One"/>
              <a:sym typeface="Fredoka One"/>
            </a:endParaRPr>
          </a:p>
        </p:txBody>
      </p:sp>
      <p:sp>
        <p:nvSpPr>
          <p:cNvPr id="996" name="Google Shape;996;p45"/>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Ziggy Ward </a:t>
            </a:r>
            <a:endParaRPr sz="500">
              <a:solidFill>
                <a:schemeClr val="dk2"/>
              </a:solidFill>
            </a:endParaRPr>
          </a:p>
        </p:txBody>
      </p:sp>
      <p:sp>
        <p:nvSpPr>
          <p:cNvPr id="997" name="Google Shape;997;p45"/>
          <p:cNvSpPr txBox="1"/>
          <p:nvPr/>
        </p:nvSpPr>
        <p:spPr>
          <a:xfrm>
            <a:off x="2973200" y="-27400"/>
            <a:ext cx="5719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Fredoka One"/>
                <a:ea typeface="Fredoka One"/>
                <a:cs typeface="Fredoka One"/>
                <a:sym typeface="Fredoka One"/>
              </a:rPr>
              <a:t>March 2024</a:t>
            </a:r>
            <a:endParaRPr b="1" sz="1800">
              <a:solidFill>
                <a:schemeClr val="dk2"/>
              </a:solidFill>
              <a:latin typeface="Fredoka One"/>
              <a:ea typeface="Fredoka One"/>
              <a:cs typeface="Fredoka One"/>
              <a:sym typeface="Fredoka One"/>
            </a:endParaRPr>
          </a:p>
        </p:txBody>
      </p:sp>
      <p:sp>
        <p:nvSpPr>
          <p:cNvPr id="998" name="Google Shape;998;p45"/>
          <p:cNvSpPr txBox="1"/>
          <p:nvPr/>
        </p:nvSpPr>
        <p:spPr>
          <a:xfrm>
            <a:off x="4253275" y="840775"/>
            <a:ext cx="490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graphicFrame>
        <p:nvGraphicFramePr>
          <p:cNvPr id="999" name="Google Shape;999;p45"/>
          <p:cNvGraphicFramePr/>
          <p:nvPr/>
        </p:nvGraphicFramePr>
        <p:xfrm>
          <a:off x="2920850" y="696500"/>
          <a:ext cx="3000000" cy="3000000"/>
        </p:xfrm>
        <a:graphic>
          <a:graphicData uri="http://schemas.openxmlformats.org/drawingml/2006/table">
            <a:tbl>
              <a:tblPr>
                <a:noFill/>
                <a:tableStyleId>{8B86D005-5666-499A-8BB1-90F13F6949E7}</a:tableStyleId>
              </a:tblPr>
              <a:tblGrid>
                <a:gridCol w="847150"/>
                <a:gridCol w="847150"/>
                <a:gridCol w="847150"/>
                <a:gridCol w="847150"/>
                <a:gridCol w="847150"/>
                <a:gridCol w="847150"/>
                <a:gridCol w="847150"/>
              </a:tblGrid>
              <a:tr h="524575">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30</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31</a:t>
                      </a:r>
                      <a:endParaRPr sz="500">
                        <a:solidFill>
                          <a:srgbClr val="CCCCCC"/>
                        </a:solidFill>
                        <a:latin typeface="Fredoka One"/>
                        <a:ea typeface="Fredoka One"/>
                        <a:cs typeface="Fredoka One"/>
                        <a:sym typeface="Fredoka One"/>
                      </a:endParaRPr>
                    </a:p>
                    <a:p>
                      <a:pPr indent="0" lvl="0" marL="0" rtl="0" algn="l">
                        <a:spcBef>
                          <a:spcPts val="0"/>
                        </a:spcBef>
                        <a:spcAft>
                          <a:spcPts val="0"/>
                        </a:spcAft>
                        <a:buNone/>
                      </a:pPr>
                      <a:r>
                        <a:t/>
                      </a:r>
                      <a:endParaRPr sz="500">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04</a:t>
                      </a:r>
                      <a:endParaRPr>
                        <a:latin typeface="Fredoka One"/>
                        <a:ea typeface="Fredoka One"/>
                        <a:cs typeface="Fredoka One"/>
                        <a:sym typeface="Fredoka One"/>
                      </a:endParaRPr>
                    </a:p>
                    <a:p>
                      <a:pPr indent="0" lvl="0" marL="0" rtl="0" algn="l">
                        <a:spcBef>
                          <a:spcPts val="0"/>
                        </a:spcBef>
                        <a:spcAft>
                          <a:spcPts val="0"/>
                        </a:spcAft>
                        <a:buNone/>
                      </a:pPr>
                      <a:r>
                        <a:rPr lang="en-GB" sz="500">
                          <a:latin typeface="Fredoka One"/>
                          <a:ea typeface="Fredoka One"/>
                          <a:cs typeface="Fredoka One"/>
                          <a:sym typeface="Fredoka One"/>
                        </a:rPr>
                        <a:t>Family meetup (09:30 - 12:00)</a:t>
                      </a:r>
                      <a:endParaRPr sz="5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05</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06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12</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13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19</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20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26</a:t>
                      </a:r>
                      <a:endParaRPr>
                        <a:latin typeface="Fredoka One"/>
                        <a:ea typeface="Fredoka One"/>
                        <a:cs typeface="Fredoka One"/>
                        <a:sym typeface="Fredoka One"/>
                      </a:endParaRPr>
                    </a:p>
                  </a:txBody>
                  <a:tcPr marT="91425" marB="91425" marR="91425" marL="91425"/>
                </a:tc>
              </a:tr>
              <a:tr h="524425">
                <a:tc>
                  <a:txBody>
                    <a:bodyPr/>
                    <a:lstStyle/>
                    <a:p>
                      <a:pPr indent="0" lvl="0" marL="0" rtl="0" algn="l">
                        <a:spcBef>
                          <a:spcPts val="0"/>
                        </a:spcBef>
                        <a:spcAft>
                          <a:spcPts val="0"/>
                        </a:spcAft>
                        <a:buNone/>
                      </a:pPr>
                      <a:r>
                        <a:rPr lang="en-GB">
                          <a:latin typeface="Fredoka One"/>
                          <a:ea typeface="Fredoka One"/>
                          <a:cs typeface="Fredoka One"/>
                          <a:sym typeface="Fredoka One"/>
                        </a:rPr>
                        <a:t>27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01</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02</a:t>
                      </a:r>
                      <a:endParaRPr>
                        <a:solidFill>
                          <a:srgbClr val="CCCCCC"/>
                        </a:solidFill>
                        <a:latin typeface="Fredoka One"/>
                        <a:ea typeface="Fredoka One"/>
                        <a:cs typeface="Fredoka One"/>
                        <a:sym typeface="Fredoka One"/>
                      </a:endParaRPr>
                    </a:p>
                  </a:txBody>
                  <a:tcPr marT="91425" marB="91425" marR="91425" marL="91425"/>
                </a:tc>
              </a:tr>
            </a:tbl>
          </a:graphicData>
        </a:graphic>
      </p:graphicFrame>
      <p:sp>
        <p:nvSpPr>
          <p:cNvPr id="1000" name="Google Shape;1000;p45"/>
          <p:cNvSpPr txBox="1"/>
          <p:nvPr/>
        </p:nvSpPr>
        <p:spPr>
          <a:xfrm>
            <a:off x="5009125" y="3393700"/>
            <a:ext cx="1753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VIEW FULL &gt; </a:t>
            </a:r>
            <a:endParaRPr sz="1800">
              <a:solidFill>
                <a:schemeClr val="dk1"/>
              </a:solidFill>
              <a:latin typeface="Lexend"/>
              <a:ea typeface="Lexend"/>
              <a:cs typeface="Lexend"/>
              <a:sym typeface="Lexend"/>
            </a:endParaRPr>
          </a:p>
        </p:txBody>
      </p:sp>
      <p:sp>
        <p:nvSpPr>
          <p:cNvPr id="1001" name="Google Shape;1001;p45"/>
          <p:cNvSpPr/>
          <p:nvPr/>
        </p:nvSpPr>
        <p:spPr>
          <a:xfrm>
            <a:off x="3476825" y="3825613"/>
            <a:ext cx="4726800" cy="87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Schedule Event</a:t>
            </a:r>
            <a:endParaRPr sz="2100">
              <a:solidFill>
                <a:srgbClr val="FFFFFF"/>
              </a:solidFill>
              <a:latin typeface="Fredoka One"/>
              <a:ea typeface="Fredoka One"/>
              <a:cs typeface="Fredoka One"/>
              <a:sym typeface="Fredoka One"/>
            </a:endParaRPr>
          </a:p>
        </p:txBody>
      </p:sp>
      <p:sp>
        <p:nvSpPr>
          <p:cNvPr id="1002" name="Google Shape;1002;p45"/>
          <p:cNvSpPr txBox="1"/>
          <p:nvPr/>
        </p:nvSpPr>
        <p:spPr>
          <a:xfrm>
            <a:off x="292085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Monday</a:t>
            </a:r>
            <a:endParaRPr sz="1000">
              <a:solidFill>
                <a:schemeClr val="dk2"/>
              </a:solidFill>
              <a:latin typeface="Fredoka One"/>
              <a:ea typeface="Fredoka One"/>
              <a:cs typeface="Fredoka One"/>
              <a:sym typeface="Fredoka One"/>
            </a:endParaRPr>
          </a:p>
        </p:txBody>
      </p:sp>
      <p:sp>
        <p:nvSpPr>
          <p:cNvPr id="1003" name="Google Shape;1003;p45"/>
          <p:cNvSpPr txBox="1"/>
          <p:nvPr/>
        </p:nvSpPr>
        <p:spPr>
          <a:xfrm>
            <a:off x="376800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Tuesday</a:t>
            </a:r>
            <a:endParaRPr sz="1000">
              <a:solidFill>
                <a:schemeClr val="dk2"/>
              </a:solidFill>
              <a:latin typeface="Fredoka One"/>
              <a:ea typeface="Fredoka One"/>
              <a:cs typeface="Fredoka One"/>
              <a:sym typeface="Fredoka One"/>
            </a:endParaRPr>
          </a:p>
        </p:txBody>
      </p:sp>
      <p:sp>
        <p:nvSpPr>
          <p:cNvPr id="1004" name="Google Shape;1004;p45"/>
          <p:cNvSpPr txBox="1"/>
          <p:nvPr/>
        </p:nvSpPr>
        <p:spPr>
          <a:xfrm>
            <a:off x="4615150" y="408500"/>
            <a:ext cx="904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Wednesday</a:t>
            </a:r>
            <a:endParaRPr sz="1000">
              <a:solidFill>
                <a:schemeClr val="dk2"/>
              </a:solidFill>
              <a:latin typeface="Fredoka One"/>
              <a:ea typeface="Fredoka One"/>
              <a:cs typeface="Fredoka One"/>
              <a:sym typeface="Fredoka One"/>
            </a:endParaRPr>
          </a:p>
        </p:txBody>
      </p:sp>
      <p:sp>
        <p:nvSpPr>
          <p:cNvPr id="1005" name="Google Shape;1005;p45"/>
          <p:cNvSpPr txBox="1"/>
          <p:nvPr/>
        </p:nvSpPr>
        <p:spPr>
          <a:xfrm>
            <a:off x="54621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Thursday</a:t>
            </a:r>
            <a:endParaRPr sz="1000">
              <a:solidFill>
                <a:schemeClr val="dk2"/>
              </a:solidFill>
              <a:latin typeface="Fredoka One"/>
              <a:ea typeface="Fredoka One"/>
              <a:cs typeface="Fredoka One"/>
              <a:sym typeface="Fredoka One"/>
            </a:endParaRPr>
          </a:p>
        </p:txBody>
      </p:sp>
      <p:sp>
        <p:nvSpPr>
          <p:cNvPr id="1006" name="Google Shape;1006;p45"/>
          <p:cNvSpPr txBox="1"/>
          <p:nvPr/>
        </p:nvSpPr>
        <p:spPr>
          <a:xfrm>
            <a:off x="63003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Friday</a:t>
            </a:r>
            <a:endParaRPr sz="1000">
              <a:solidFill>
                <a:schemeClr val="dk2"/>
              </a:solidFill>
              <a:latin typeface="Fredoka One"/>
              <a:ea typeface="Fredoka One"/>
              <a:cs typeface="Fredoka One"/>
              <a:sym typeface="Fredoka One"/>
            </a:endParaRPr>
          </a:p>
        </p:txBody>
      </p:sp>
      <p:sp>
        <p:nvSpPr>
          <p:cNvPr id="1007" name="Google Shape;1007;p45"/>
          <p:cNvSpPr txBox="1"/>
          <p:nvPr/>
        </p:nvSpPr>
        <p:spPr>
          <a:xfrm>
            <a:off x="71385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Saturday</a:t>
            </a:r>
            <a:endParaRPr sz="1000">
              <a:solidFill>
                <a:schemeClr val="dk2"/>
              </a:solidFill>
              <a:latin typeface="Fredoka One"/>
              <a:ea typeface="Fredoka One"/>
              <a:cs typeface="Fredoka One"/>
              <a:sym typeface="Fredoka One"/>
            </a:endParaRPr>
          </a:p>
        </p:txBody>
      </p:sp>
      <p:sp>
        <p:nvSpPr>
          <p:cNvPr id="1008" name="Google Shape;1008;p45"/>
          <p:cNvSpPr txBox="1"/>
          <p:nvPr/>
        </p:nvSpPr>
        <p:spPr>
          <a:xfrm>
            <a:off x="79767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Sunday</a:t>
            </a:r>
            <a:endParaRPr sz="1000">
              <a:solidFill>
                <a:schemeClr val="dk2"/>
              </a:solidFill>
              <a:latin typeface="Fredoka One"/>
              <a:ea typeface="Fredoka One"/>
              <a:cs typeface="Fredoka One"/>
              <a:sym typeface="Fredoka On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46"/>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014" name="Google Shape;1014;p46"/>
          <p:cNvSpPr/>
          <p:nvPr/>
        </p:nvSpPr>
        <p:spPr>
          <a:xfrm>
            <a:off x="304125" y="16027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015" name="Google Shape;1015;p46"/>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016" name="Google Shape;1016;p46"/>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Calendar</a:t>
            </a:r>
            <a:endParaRPr sz="1800">
              <a:solidFill>
                <a:schemeClr val="dk1"/>
              </a:solidFill>
              <a:latin typeface="Fredoka One"/>
              <a:ea typeface="Fredoka One"/>
              <a:cs typeface="Fredoka One"/>
              <a:sym typeface="Fredoka One"/>
            </a:endParaRPr>
          </a:p>
        </p:txBody>
      </p:sp>
      <p:sp>
        <p:nvSpPr>
          <p:cNvPr id="1017" name="Google Shape;1017;p46"/>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018" name="Google Shape;1018;p46"/>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019" name="Google Shape;1019;p46"/>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1020" name="Google Shape;1020;p46"/>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021" name="Google Shape;1021;p46"/>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022" name="Google Shape;1022;p46"/>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Calendar Page (Staff) </a:t>
            </a:r>
            <a:endParaRPr sz="3300">
              <a:solidFill>
                <a:schemeClr val="dk2"/>
              </a:solidFill>
              <a:latin typeface="Fredoka One"/>
              <a:ea typeface="Fredoka One"/>
              <a:cs typeface="Fredoka One"/>
              <a:sym typeface="Fredoka One"/>
            </a:endParaRPr>
          </a:p>
        </p:txBody>
      </p:sp>
      <p:sp>
        <p:nvSpPr>
          <p:cNvPr id="1023" name="Google Shape;1023;p46"/>
          <p:cNvSpPr txBox="1"/>
          <p:nvPr/>
        </p:nvSpPr>
        <p:spPr>
          <a:xfrm>
            <a:off x="8126600"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Ziggy Ward </a:t>
            </a:r>
            <a:endParaRPr sz="500">
              <a:solidFill>
                <a:schemeClr val="dk2"/>
              </a:solidFill>
            </a:endParaRPr>
          </a:p>
        </p:txBody>
      </p:sp>
      <p:sp>
        <p:nvSpPr>
          <p:cNvPr id="1024" name="Google Shape;1024;p46"/>
          <p:cNvSpPr txBox="1"/>
          <p:nvPr/>
        </p:nvSpPr>
        <p:spPr>
          <a:xfrm>
            <a:off x="292085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Monday</a:t>
            </a:r>
            <a:endParaRPr sz="1000">
              <a:solidFill>
                <a:schemeClr val="dk2"/>
              </a:solidFill>
              <a:latin typeface="Fredoka One"/>
              <a:ea typeface="Fredoka One"/>
              <a:cs typeface="Fredoka One"/>
              <a:sym typeface="Fredoka One"/>
            </a:endParaRPr>
          </a:p>
        </p:txBody>
      </p:sp>
      <p:sp>
        <p:nvSpPr>
          <p:cNvPr id="1025" name="Google Shape;1025;p46"/>
          <p:cNvSpPr txBox="1"/>
          <p:nvPr/>
        </p:nvSpPr>
        <p:spPr>
          <a:xfrm>
            <a:off x="3768000"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Tuesday</a:t>
            </a:r>
            <a:endParaRPr sz="1000">
              <a:solidFill>
                <a:schemeClr val="dk2"/>
              </a:solidFill>
              <a:latin typeface="Fredoka One"/>
              <a:ea typeface="Fredoka One"/>
              <a:cs typeface="Fredoka One"/>
              <a:sym typeface="Fredoka One"/>
            </a:endParaRPr>
          </a:p>
        </p:txBody>
      </p:sp>
      <p:sp>
        <p:nvSpPr>
          <p:cNvPr id="1026" name="Google Shape;1026;p46"/>
          <p:cNvSpPr txBox="1"/>
          <p:nvPr/>
        </p:nvSpPr>
        <p:spPr>
          <a:xfrm>
            <a:off x="4615150" y="408500"/>
            <a:ext cx="904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Wednesday</a:t>
            </a:r>
            <a:endParaRPr sz="1000">
              <a:solidFill>
                <a:schemeClr val="dk2"/>
              </a:solidFill>
              <a:latin typeface="Fredoka One"/>
              <a:ea typeface="Fredoka One"/>
              <a:cs typeface="Fredoka One"/>
              <a:sym typeface="Fredoka One"/>
            </a:endParaRPr>
          </a:p>
        </p:txBody>
      </p:sp>
      <p:sp>
        <p:nvSpPr>
          <p:cNvPr id="1027" name="Google Shape;1027;p46"/>
          <p:cNvSpPr txBox="1"/>
          <p:nvPr/>
        </p:nvSpPr>
        <p:spPr>
          <a:xfrm>
            <a:off x="71385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Saturday</a:t>
            </a:r>
            <a:endParaRPr sz="1000">
              <a:solidFill>
                <a:schemeClr val="dk2"/>
              </a:solidFill>
              <a:latin typeface="Fredoka One"/>
              <a:ea typeface="Fredoka One"/>
              <a:cs typeface="Fredoka One"/>
              <a:sym typeface="Fredoka One"/>
            </a:endParaRPr>
          </a:p>
        </p:txBody>
      </p:sp>
      <p:sp>
        <p:nvSpPr>
          <p:cNvPr id="1028" name="Google Shape;1028;p46"/>
          <p:cNvSpPr txBox="1"/>
          <p:nvPr/>
        </p:nvSpPr>
        <p:spPr>
          <a:xfrm>
            <a:off x="79767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S</a:t>
            </a:r>
            <a:r>
              <a:rPr lang="en-GB" sz="1000">
                <a:solidFill>
                  <a:schemeClr val="dk2"/>
                </a:solidFill>
                <a:latin typeface="Fredoka One"/>
                <a:ea typeface="Fredoka One"/>
                <a:cs typeface="Fredoka One"/>
                <a:sym typeface="Fredoka One"/>
              </a:rPr>
              <a:t>unday</a:t>
            </a:r>
            <a:endParaRPr sz="1000">
              <a:solidFill>
                <a:schemeClr val="dk2"/>
              </a:solidFill>
              <a:latin typeface="Fredoka One"/>
              <a:ea typeface="Fredoka One"/>
              <a:cs typeface="Fredoka One"/>
              <a:sym typeface="Fredoka One"/>
            </a:endParaRPr>
          </a:p>
        </p:txBody>
      </p:sp>
      <p:sp>
        <p:nvSpPr>
          <p:cNvPr id="1029" name="Google Shape;1029;p46"/>
          <p:cNvSpPr txBox="1"/>
          <p:nvPr/>
        </p:nvSpPr>
        <p:spPr>
          <a:xfrm>
            <a:off x="2973200" y="-27400"/>
            <a:ext cx="57195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2"/>
                </a:solidFill>
                <a:latin typeface="Fredoka One"/>
                <a:ea typeface="Fredoka One"/>
                <a:cs typeface="Fredoka One"/>
                <a:sym typeface="Fredoka One"/>
              </a:rPr>
              <a:t>March 2024</a:t>
            </a:r>
            <a:endParaRPr b="1" sz="1800">
              <a:solidFill>
                <a:schemeClr val="dk2"/>
              </a:solidFill>
              <a:latin typeface="Fredoka One"/>
              <a:ea typeface="Fredoka One"/>
              <a:cs typeface="Fredoka One"/>
              <a:sym typeface="Fredoka One"/>
            </a:endParaRPr>
          </a:p>
        </p:txBody>
      </p:sp>
      <p:sp>
        <p:nvSpPr>
          <p:cNvPr id="1030" name="Google Shape;1030;p46"/>
          <p:cNvSpPr txBox="1"/>
          <p:nvPr/>
        </p:nvSpPr>
        <p:spPr>
          <a:xfrm>
            <a:off x="4253275" y="840775"/>
            <a:ext cx="490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graphicFrame>
        <p:nvGraphicFramePr>
          <p:cNvPr id="1031" name="Google Shape;1031;p46"/>
          <p:cNvGraphicFramePr/>
          <p:nvPr/>
        </p:nvGraphicFramePr>
        <p:xfrm>
          <a:off x="2920850" y="696500"/>
          <a:ext cx="3000000" cy="3000000"/>
        </p:xfrm>
        <a:graphic>
          <a:graphicData uri="http://schemas.openxmlformats.org/drawingml/2006/table">
            <a:tbl>
              <a:tblPr>
                <a:noFill/>
                <a:tableStyleId>{8B86D005-5666-499A-8BB1-90F13F6949E7}</a:tableStyleId>
              </a:tblPr>
              <a:tblGrid>
                <a:gridCol w="847150"/>
                <a:gridCol w="847150"/>
                <a:gridCol w="847150"/>
                <a:gridCol w="847150"/>
                <a:gridCol w="847150"/>
                <a:gridCol w="847150"/>
                <a:gridCol w="847150"/>
              </a:tblGrid>
              <a:tr h="856975">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30</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31</a:t>
                      </a:r>
                      <a:endParaRPr sz="500">
                        <a:solidFill>
                          <a:srgbClr val="CCCCCC"/>
                        </a:solidFill>
                        <a:latin typeface="Fredoka One"/>
                        <a:ea typeface="Fredoka One"/>
                        <a:cs typeface="Fredoka One"/>
                        <a:sym typeface="Fredoka One"/>
                      </a:endParaRPr>
                    </a:p>
                    <a:p>
                      <a:pPr indent="0" lvl="0" marL="0" rtl="0" algn="l">
                        <a:spcBef>
                          <a:spcPts val="0"/>
                        </a:spcBef>
                        <a:spcAft>
                          <a:spcPts val="0"/>
                        </a:spcAft>
                        <a:buNone/>
                      </a:pPr>
                      <a:r>
                        <a:t/>
                      </a:r>
                      <a:endParaRPr sz="500">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04</a:t>
                      </a:r>
                      <a:endParaRPr>
                        <a:latin typeface="Fredoka One"/>
                        <a:ea typeface="Fredoka One"/>
                        <a:cs typeface="Fredoka One"/>
                        <a:sym typeface="Fredoka One"/>
                      </a:endParaRPr>
                    </a:p>
                    <a:p>
                      <a:pPr indent="0" lvl="0" marL="0" rtl="0" algn="l">
                        <a:spcBef>
                          <a:spcPts val="0"/>
                        </a:spcBef>
                        <a:spcAft>
                          <a:spcPts val="0"/>
                        </a:spcAft>
                        <a:buNone/>
                      </a:pPr>
                      <a:r>
                        <a:rPr lang="en-GB" sz="700">
                          <a:latin typeface="Fredoka One"/>
                          <a:ea typeface="Fredoka One"/>
                          <a:cs typeface="Fredoka One"/>
                          <a:sym typeface="Fredoka One"/>
                        </a:rPr>
                        <a:t>Family meetup (09:30 - 12:00)</a:t>
                      </a:r>
                      <a:endParaRPr sz="700">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05</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06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09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12</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13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16</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19</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20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22</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23</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24</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25</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26</a:t>
                      </a:r>
                      <a:endParaRPr>
                        <a:latin typeface="Fredoka One"/>
                        <a:ea typeface="Fredoka One"/>
                        <a:cs typeface="Fredoka One"/>
                        <a:sym typeface="Fredoka One"/>
                      </a:endParaRPr>
                    </a:p>
                  </a:txBody>
                  <a:tcPr marT="91425" marB="91425" marR="91425" marL="91425"/>
                </a:tc>
              </a:tr>
              <a:tr h="819225">
                <a:tc>
                  <a:txBody>
                    <a:bodyPr/>
                    <a:lstStyle/>
                    <a:p>
                      <a:pPr indent="0" lvl="0" marL="0" rtl="0" algn="l">
                        <a:spcBef>
                          <a:spcPts val="0"/>
                        </a:spcBef>
                        <a:spcAft>
                          <a:spcPts val="0"/>
                        </a:spcAft>
                        <a:buNone/>
                      </a:pPr>
                      <a:r>
                        <a:rPr lang="en-GB">
                          <a:latin typeface="Fredoka One"/>
                          <a:ea typeface="Fredoka One"/>
                          <a:cs typeface="Fredoka One"/>
                          <a:sym typeface="Fredoka One"/>
                        </a:rPr>
                        <a:t>27</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28</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29</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30</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latin typeface="Fredoka One"/>
                          <a:ea typeface="Fredoka One"/>
                          <a:cs typeface="Fredoka One"/>
                          <a:sym typeface="Fredoka One"/>
                        </a:rPr>
                        <a:t>31</a:t>
                      </a:r>
                      <a:endParaRPr>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01</a:t>
                      </a:r>
                      <a:endParaRPr>
                        <a:solidFill>
                          <a:srgbClr val="CCCCCC"/>
                        </a:solidFill>
                        <a:latin typeface="Fredoka One"/>
                        <a:ea typeface="Fredoka One"/>
                        <a:cs typeface="Fredoka One"/>
                        <a:sym typeface="Fredoka One"/>
                      </a:endParaRPr>
                    </a:p>
                  </a:txBody>
                  <a:tcPr marT="91425" marB="91425" marR="91425" marL="91425"/>
                </a:tc>
                <a:tc>
                  <a:txBody>
                    <a:bodyPr/>
                    <a:lstStyle/>
                    <a:p>
                      <a:pPr indent="0" lvl="0" marL="0" rtl="0" algn="l">
                        <a:spcBef>
                          <a:spcPts val="0"/>
                        </a:spcBef>
                        <a:spcAft>
                          <a:spcPts val="0"/>
                        </a:spcAft>
                        <a:buNone/>
                      </a:pPr>
                      <a:r>
                        <a:rPr lang="en-GB">
                          <a:solidFill>
                            <a:srgbClr val="CCCCCC"/>
                          </a:solidFill>
                          <a:latin typeface="Fredoka One"/>
                          <a:ea typeface="Fredoka One"/>
                          <a:cs typeface="Fredoka One"/>
                          <a:sym typeface="Fredoka One"/>
                        </a:rPr>
                        <a:t>02</a:t>
                      </a:r>
                      <a:endParaRPr>
                        <a:solidFill>
                          <a:srgbClr val="CCCCCC"/>
                        </a:solidFill>
                        <a:latin typeface="Fredoka One"/>
                        <a:ea typeface="Fredoka One"/>
                        <a:cs typeface="Fredoka One"/>
                        <a:sym typeface="Fredoka One"/>
                      </a:endParaRPr>
                    </a:p>
                  </a:txBody>
                  <a:tcPr marT="91425" marB="91425" marR="91425" marL="91425"/>
                </a:tc>
              </a:tr>
            </a:tbl>
          </a:graphicData>
        </a:graphic>
      </p:graphicFrame>
      <p:sp>
        <p:nvSpPr>
          <p:cNvPr id="1032" name="Google Shape;1032;p46"/>
          <p:cNvSpPr txBox="1"/>
          <p:nvPr/>
        </p:nvSpPr>
        <p:spPr>
          <a:xfrm>
            <a:off x="54621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Thursday</a:t>
            </a:r>
            <a:endParaRPr sz="1000">
              <a:solidFill>
                <a:schemeClr val="dk2"/>
              </a:solidFill>
              <a:latin typeface="Fredoka One"/>
              <a:ea typeface="Fredoka One"/>
              <a:cs typeface="Fredoka One"/>
              <a:sym typeface="Fredoka One"/>
            </a:endParaRPr>
          </a:p>
        </p:txBody>
      </p:sp>
      <p:sp>
        <p:nvSpPr>
          <p:cNvPr id="1033" name="Google Shape;1033;p46"/>
          <p:cNvSpPr txBox="1"/>
          <p:nvPr/>
        </p:nvSpPr>
        <p:spPr>
          <a:xfrm>
            <a:off x="6300325" y="408500"/>
            <a:ext cx="847200" cy="28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000">
                <a:solidFill>
                  <a:schemeClr val="dk2"/>
                </a:solidFill>
                <a:latin typeface="Fredoka One"/>
                <a:ea typeface="Fredoka One"/>
                <a:cs typeface="Fredoka One"/>
                <a:sym typeface="Fredoka One"/>
              </a:rPr>
              <a:t>Friday</a:t>
            </a:r>
            <a:endParaRPr sz="1000">
              <a:solidFill>
                <a:schemeClr val="dk2"/>
              </a:solidFill>
              <a:latin typeface="Fredoka One"/>
              <a:ea typeface="Fredoka One"/>
              <a:cs typeface="Fredoka One"/>
              <a:sym typeface="Fredoka One"/>
            </a:endParaRPr>
          </a:p>
        </p:txBody>
      </p:sp>
      <p:sp>
        <p:nvSpPr>
          <p:cNvPr id="1034" name="Google Shape;1034;p46"/>
          <p:cNvSpPr txBox="1"/>
          <p:nvPr/>
        </p:nvSpPr>
        <p:spPr>
          <a:xfrm>
            <a:off x="5033900" y="4787875"/>
            <a:ext cx="1598100" cy="35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HIDE ^ </a:t>
            </a:r>
            <a:endParaRPr sz="1800">
              <a:solidFill>
                <a:schemeClr val="dk1"/>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47"/>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040" name="Google Shape;1040;p47"/>
          <p:cNvSpPr/>
          <p:nvPr/>
        </p:nvSpPr>
        <p:spPr>
          <a:xfrm>
            <a:off x="304125" y="21361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041" name="Google Shape;1041;p47"/>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042" name="Google Shape;1042;p47"/>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043" name="Google Shape;1043;p47"/>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Health</a:t>
            </a:r>
            <a:endParaRPr sz="1800">
              <a:solidFill>
                <a:schemeClr val="dk1"/>
              </a:solidFill>
              <a:latin typeface="Fredoka One"/>
              <a:ea typeface="Fredoka One"/>
              <a:cs typeface="Fredoka One"/>
              <a:sym typeface="Fredoka One"/>
            </a:endParaRPr>
          </a:p>
        </p:txBody>
      </p:sp>
      <p:sp>
        <p:nvSpPr>
          <p:cNvPr id="1044" name="Google Shape;1044;p47"/>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045" name="Google Shape;1045;p47"/>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1046" name="Google Shape;1046;p47"/>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047" name="Google Shape;1047;p47"/>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048" name="Google Shape;1048;p47"/>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Health</a:t>
            </a:r>
            <a:r>
              <a:rPr lang="en-GB" sz="3300">
                <a:solidFill>
                  <a:schemeClr val="dk2"/>
                </a:solidFill>
                <a:latin typeface="Fredoka One"/>
                <a:ea typeface="Fredoka One"/>
                <a:cs typeface="Fredoka One"/>
                <a:sym typeface="Fredoka One"/>
              </a:rPr>
              <a:t> Page (Staff) </a:t>
            </a:r>
            <a:endParaRPr sz="3300">
              <a:solidFill>
                <a:schemeClr val="dk2"/>
              </a:solidFill>
              <a:latin typeface="Fredoka One"/>
              <a:ea typeface="Fredoka One"/>
              <a:cs typeface="Fredoka One"/>
              <a:sym typeface="Fredoka One"/>
            </a:endParaRPr>
          </a:p>
        </p:txBody>
      </p:sp>
      <p:sp>
        <p:nvSpPr>
          <p:cNvPr id="1049" name="Google Shape;1049;p47"/>
          <p:cNvSpPr txBox="1"/>
          <p:nvPr/>
        </p:nvSpPr>
        <p:spPr>
          <a:xfrm>
            <a:off x="3129300" y="108800"/>
            <a:ext cx="5724900" cy="421200"/>
          </a:xfrm>
          <a:prstGeom prst="rect">
            <a:avLst/>
          </a:prstGeom>
          <a:noFill/>
          <a:ln cap="flat" cmpd="sng" w="38100">
            <a:solidFill>
              <a:srgbClr val="43434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CCCCCC"/>
                </a:solidFill>
                <a:latin typeface="Fredoka One"/>
                <a:ea typeface="Fredoka One"/>
                <a:cs typeface="Fredoka One"/>
                <a:sym typeface="Fredoka One"/>
              </a:rPr>
              <a:t>Search Resident</a:t>
            </a:r>
            <a:endParaRPr sz="1800">
              <a:solidFill>
                <a:srgbClr val="CCCCCC"/>
              </a:solidFill>
              <a:latin typeface="Fredoka One"/>
              <a:ea typeface="Fredoka One"/>
              <a:cs typeface="Fredoka One"/>
              <a:sym typeface="Fredoka One"/>
            </a:endParaRPr>
          </a:p>
        </p:txBody>
      </p:sp>
      <p:sp>
        <p:nvSpPr>
          <p:cNvPr id="1050" name="Google Shape;1050;p47"/>
          <p:cNvSpPr/>
          <p:nvPr/>
        </p:nvSpPr>
        <p:spPr>
          <a:xfrm>
            <a:off x="2659325" y="108800"/>
            <a:ext cx="270000" cy="2700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51" name="Google Shape;1051;p47"/>
          <p:cNvCxnSpPr>
            <a:stCxn id="1050" idx="5"/>
          </p:cNvCxnSpPr>
          <p:nvPr/>
        </p:nvCxnSpPr>
        <p:spPr>
          <a:xfrm>
            <a:off x="2889784" y="339259"/>
            <a:ext cx="127200" cy="156600"/>
          </a:xfrm>
          <a:prstGeom prst="straightConnector1">
            <a:avLst/>
          </a:prstGeom>
          <a:noFill/>
          <a:ln cap="flat" cmpd="sng" w="38100">
            <a:solidFill>
              <a:schemeClr val="dk2"/>
            </a:solidFill>
            <a:prstDash val="solid"/>
            <a:round/>
            <a:headEnd len="med" w="med" type="none"/>
            <a:tailEnd len="med" w="med" type="none"/>
          </a:ln>
        </p:spPr>
      </p:cxnSp>
      <p:graphicFrame>
        <p:nvGraphicFramePr>
          <p:cNvPr id="1052" name="Google Shape;1052;p47"/>
          <p:cNvGraphicFramePr/>
          <p:nvPr/>
        </p:nvGraphicFramePr>
        <p:xfrm>
          <a:off x="2614938" y="806075"/>
          <a:ext cx="3000000" cy="3000000"/>
        </p:xfrm>
        <a:graphic>
          <a:graphicData uri="http://schemas.openxmlformats.org/drawingml/2006/table">
            <a:tbl>
              <a:tblPr>
                <a:noFill/>
                <a:tableStyleId>{8B86D005-5666-499A-8BB1-90F13F6949E7}</a:tableStyleId>
              </a:tblPr>
              <a:tblGrid>
                <a:gridCol w="6225300"/>
              </a:tblGrid>
              <a:tr h="385925">
                <a:tc>
                  <a:txBody>
                    <a:bodyPr/>
                    <a:lstStyle/>
                    <a:p>
                      <a:pPr indent="0" lvl="0" marL="0" rtl="0" algn="l">
                        <a:spcBef>
                          <a:spcPts val="0"/>
                        </a:spcBef>
                        <a:spcAft>
                          <a:spcPts val="0"/>
                        </a:spcAft>
                        <a:buNone/>
                      </a:pPr>
                      <a:r>
                        <a:rPr lang="en-GB" sz="1300">
                          <a:latin typeface="Fredoka One"/>
                          <a:ea typeface="Fredoka One"/>
                          <a:cs typeface="Fredoka One"/>
                          <a:sym typeface="Fredoka One"/>
                        </a:rPr>
                        <a:t>Aria Ah</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None/>
                      </a:pPr>
                      <a:r>
                        <a:rPr lang="en-GB" sz="1300">
                          <a:latin typeface="Fredoka One"/>
                          <a:ea typeface="Fredoka One"/>
                          <a:cs typeface="Fredoka One"/>
                          <a:sym typeface="Fredoka One"/>
                        </a:rPr>
                        <a:t>Harley Barley</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Clr>
                          <a:schemeClr val="dk1"/>
                        </a:buClr>
                        <a:buSzPts val="1100"/>
                        <a:buFont typeface="Arial"/>
                        <a:buNone/>
                      </a:pPr>
                      <a:r>
                        <a:rPr lang="en-GB" sz="1300">
                          <a:solidFill>
                            <a:schemeClr val="dk1"/>
                          </a:solidFill>
                          <a:latin typeface="Fredoka One"/>
                          <a:ea typeface="Fredoka One"/>
                          <a:cs typeface="Fredoka One"/>
                          <a:sym typeface="Fredoka One"/>
                        </a:rPr>
                        <a:t>Daniel Flan</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Otto Goat</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Kitty Kat</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Penny Ken</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Clr>
                          <a:schemeClr val="dk1"/>
                        </a:buClr>
                        <a:buSzPts val="1100"/>
                        <a:buFont typeface="Arial"/>
                        <a:buNone/>
                      </a:pPr>
                      <a:r>
                        <a:rPr lang="en-GB" sz="1300">
                          <a:solidFill>
                            <a:schemeClr val="dk1"/>
                          </a:solidFill>
                          <a:latin typeface="Fredoka One"/>
                          <a:ea typeface="Fredoka One"/>
                          <a:cs typeface="Fredoka One"/>
                          <a:sym typeface="Fredoka One"/>
                        </a:rPr>
                        <a:t>Lexi Mel</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Clr>
                          <a:schemeClr val="dk1"/>
                        </a:buClr>
                        <a:buSzPts val="1100"/>
                        <a:buFont typeface="Arial"/>
                        <a:buNone/>
                      </a:pPr>
                      <a:r>
                        <a:rPr lang="en-GB" sz="1300">
                          <a:solidFill>
                            <a:schemeClr val="dk1"/>
                          </a:solidFill>
                          <a:latin typeface="Fredoka One"/>
                          <a:ea typeface="Fredoka One"/>
                          <a:cs typeface="Fredoka One"/>
                          <a:sym typeface="Fredoka One"/>
                        </a:rPr>
                        <a:t>Mikey Nike</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Clr>
                          <a:schemeClr val="dk1"/>
                        </a:buClr>
                        <a:buSzPts val="1100"/>
                        <a:buFont typeface="Arial"/>
                        <a:buNone/>
                      </a:pPr>
                      <a:r>
                        <a:rPr lang="en-GB" sz="1300">
                          <a:solidFill>
                            <a:schemeClr val="dk1"/>
                          </a:solidFill>
                          <a:latin typeface="Fredoka One"/>
                          <a:ea typeface="Fredoka One"/>
                          <a:cs typeface="Fredoka One"/>
                          <a:sym typeface="Fredoka One"/>
                        </a:rPr>
                        <a:t>Matilda Wild</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Zach Zach</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5925">
                <a:tc>
                  <a:txBody>
                    <a:bodyPr/>
                    <a:lstStyle/>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Layla Zayla</a:t>
                      </a:r>
                      <a:endParaRPr sz="1300">
                        <a:latin typeface="Fredoka One"/>
                        <a:ea typeface="Fredoka One"/>
                        <a:cs typeface="Fredoka One"/>
                        <a:sym typeface="Fredoka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1053" name="Google Shape;1053;p47"/>
          <p:cNvSpPr/>
          <p:nvPr/>
        </p:nvSpPr>
        <p:spPr>
          <a:xfrm rot="5400000">
            <a:off x="6853175" y="2825175"/>
            <a:ext cx="4429800" cy="207000"/>
          </a:xfrm>
          <a:prstGeom prst="rect">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47"/>
          <p:cNvSpPr/>
          <p:nvPr/>
        </p:nvSpPr>
        <p:spPr>
          <a:xfrm>
            <a:off x="9007925" y="769300"/>
            <a:ext cx="120300" cy="7443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55" name="Google Shape;1055;p47"/>
          <p:cNvCxnSpPr/>
          <p:nvPr/>
        </p:nvCxnSpPr>
        <p:spPr>
          <a:xfrm rot="10800000">
            <a:off x="2331675" y="698925"/>
            <a:ext cx="6829800" cy="5100"/>
          </a:xfrm>
          <a:prstGeom prst="straightConnector1">
            <a:avLst/>
          </a:prstGeom>
          <a:noFill/>
          <a:ln cap="flat" cmpd="sng" w="19050">
            <a:solidFill>
              <a:schemeClr val="dk1"/>
            </a:solidFill>
            <a:prstDash val="solid"/>
            <a:round/>
            <a:headEnd len="med" w="med" type="none"/>
            <a:tailEnd len="med" w="med" type="none"/>
          </a:ln>
        </p:spPr>
      </p:cxnSp>
      <p:sp>
        <p:nvSpPr>
          <p:cNvPr id="1056" name="Google Shape;1056;p47"/>
          <p:cNvSpPr txBox="1"/>
          <p:nvPr/>
        </p:nvSpPr>
        <p:spPr>
          <a:xfrm>
            <a:off x="7877525" y="49527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48"/>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062" name="Google Shape;1062;p48"/>
          <p:cNvSpPr/>
          <p:nvPr/>
        </p:nvSpPr>
        <p:spPr>
          <a:xfrm>
            <a:off x="304125" y="21361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063" name="Google Shape;1063;p48"/>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064" name="Google Shape;1064;p48"/>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065" name="Google Shape;1065;p48"/>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Health</a:t>
            </a:r>
            <a:endParaRPr sz="1800">
              <a:solidFill>
                <a:schemeClr val="dk1"/>
              </a:solidFill>
              <a:latin typeface="Fredoka One"/>
              <a:ea typeface="Fredoka One"/>
              <a:cs typeface="Fredoka One"/>
              <a:sym typeface="Fredoka One"/>
            </a:endParaRPr>
          </a:p>
        </p:txBody>
      </p:sp>
      <p:sp>
        <p:nvSpPr>
          <p:cNvPr id="1066" name="Google Shape;1066;p48"/>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067" name="Google Shape;1067;p48"/>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1068" name="Google Shape;1068;p48"/>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069" name="Google Shape;1069;p48"/>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070" name="Google Shape;1070;p48"/>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Health Overview</a:t>
            </a:r>
            <a:r>
              <a:rPr lang="en-GB" sz="3300">
                <a:solidFill>
                  <a:schemeClr val="dk2"/>
                </a:solidFill>
                <a:latin typeface="Fredoka One"/>
                <a:ea typeface="Fredoka One"/>
                <a:cs typeface="Fredoka One"/>
                <a:sym typeface="Fredoka One"/>
              </a:rPr>
              <a:t> Page (Staff) </a:t>
            </a:r>
            <a:endParaRPr sz="3300">
              <a:solidFill>
                <a:schemeClr val="dk2"/>
              </a:solidFill>
              <a:latin typeface="Fredoka One"/>
              <a:ea typeface="Fredoka One"/>
              <a:cs typeface="Fredoka One"/>
              <a:sym typeface="Fredoka One"/>
            </a:endParaRPr>
          </a:p>
        </p:txBody>
      </p:sp>
      <p:sp>
        <p:nvSpPr>
          <p:cNvPr id="1071" name="Google Shape;1071;p48"/>
          <p:cNvSpPr/>
          <p:nvPr/>
        </p:nvSpPr>
        <p:spPr>
          <a:xfrm>
            <a:off x="2593625" y="57225"/>
            <a:ext cx="6327600" cy="2363100"/>
          </a:xfrm>
          <a:prstGeom prst="roundRect">
            <a:avLst>
              <a:gd fmla="val 3965"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AGE:</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POINTS:</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p:txBody>
      </p:sp>
      <p:sp>
        <p:nvSpPr>
          <p:cNvPr id="1072" name="Google Shape;1072;p48"/>
          <p:cNvSpPr/>
          <p:nvPr/>
        </p:nvSpPr>
        <p:spPr>
          <a:xfrm>
            <a:off x="2845263" y="140975"/>
            <a:ext cx="2238000" cy="2156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t>PROFILE PIC</a:t>
            </a:r>
            <a:endParaRPr/>
          </a:p>
        </p:txBody>
      </p:sp>
      <p:sp>
        <p:nvSpPr>
          <p:cNvPr id="1073" name="Google Shape;1073;p48"/>
          <p:cNvSpPr/>
          <p:nvPr/>
        </p:nvSpPr>
        <p:spPr>
          <a:xfrm>
            <a:off x="5732309" y="589726"/>
            <a:ext cx="3105300" cy="360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GENDER:</a:t>
            </a:r>
            <a:endParaRPr sz="1800">
              <a:latin typeface="Fredoka One"/>
              <a:ea typeface="Fredoka One"/>
              <a:cs typeface="Fredoka One"/>
              <a:sym typeface="Fredoka One"/>
            </a:endParaRPr>
          </a:p>
        </p:txBody>
      </p:sp>
      <p:sp>
        <p:nvSpPr>
          <p:cNvPr id="1074" name="Google Shape;1074;p48"/>
          <p:cNvSpPr/>
          <p:nvPr/>
        </p:nvSpPr>
        <p:spPr>
          <a:xfrm>
            <a:off x="5720333" y="1038574"/>
            <a:ext cx="3105300" cy="360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AGE:</a:t>
            </a:r>
            <a:endParaRPr sz="1800">
              <a:latin typeface="Fredoka One"/>
              <a:ea typeface="Fredoka One"/>
              <a:cs typeface="Fredoka One"/>
              <a:sym typeface="Fredoka One"/>
            </a:endParaRPr>
          </a:p>
        </p:txBody>
      </p:sp>
      <p:sp>
        <p:nvSpPr>
          <p:cNvPr id="1075" name="Google Shape;1075;p48"/>
          <p:cNvSpPr/>
          <p:nvPr/>
        </p:nvSpPr>
        <p:spPr>
          <a:xfrm>
            <a:off x="2580525" y="2535275"/>
            <a:ext cx="2906700" cy="2544600"/>
          </a:xfrm>
          <a:prstGeom prst="rect">
            <a:avLst/>
          </a:prstGeom>
          <a:solidFill>
            <a:srgbClr val="FFFFFF"/>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Quick</a:t>
            </a:r>
            <a:r>
              <a:rPr lang="en-GB" sz="1800">
                <a:latin typeface="Fredoka One"/>
                <a:ea typeface="Fredoka One"/>
                <a:cs typeface="Fredoka One"/>
                <a:sym typeface="Fredoka One"/>
              </a:rPr>
              <a:t> Overview</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 Conditions:</a:t>
            </a:r>
            <a:endParaRPr sz="1800">
              <a:latin typeface="Fredoka One"/>
              <a:ea typeface="Fredoka One"/>
              <a:cs typeface="Fredoka One"/>
              <a:sym typeface="Fredoka One"/>
            </a:endParaRPr>
          </a:p>
          <a:p>
            <a:pPr indent="-342900" lvl="0" marL="457200" rtl="0" algn="l">
              <a:spcBef>
                <a:spcPts val="0"/>
              </a:spcBef>
              <a:spcAft>
                <a:spcPts val="0"/>
              </a:spcAft>
              <a:buSzPts val="1800"/>
              <a:buFont typeface="Fredoka One"/>
              <a:buChar char="-"/>
            </a:pPr>
            <a:r>
              <a:rPr lang="en-GB" sz="1800">
                <a:latin typeface="Fredoka One"/>
                <a:ea typeface="Fredoka One"/>
                <a:cs typeface="Fredoka One"/>
                <a:sym typeface="Fredoka One"/>
              </a:rPr>
              <a:t>Osteoarthritis </a:t>
            </a:r>
            <a:endParaRPr sz="1800">
              <a:latin typeface="Fredoka One"/>
              <a:ea typeface="Fredoka One"/>
              <a:cs typeface="Fredoka One"/>
              <a:sym typeface="Fredoka One"/>
            </a:endParaRPr>
          </a:p>
          <a:p>
            <a:pPr indent="-342900" lvl="0" marL="457200" rtl="0" algn="l">
              <a:spcBef>
                <a:spcPts val="0"/>
              </a:spcBef>
              <a:spcAft>
                <a:spcPts val="0"/>
              </a:spcAft>
              <a:buSzPts val="1800"/>
              <a:buFont typeface="Fredoka One"/>
              <a:buChar char="-"/>
            </a:pPr>
            <a:r>
              <a:rPr lang="en-GB" sz="1800">
                <a:latin typeface="Fredoka One"/>
                <a:ea typeface="Fredoka One"/>
                <a:cs typeface="Fredoka One"/>
                <a:sym typeface="Fredoka One"/>
              </a:rPr>
              <a:t>Mild dementia</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 Treatments:</a:t>
            </a:r>
            <a:endParaRPr sz="1800">
              <a:latin typeface="Fredoka One"/>
              <a:ea typeface="Fredoka One"/>
              <a:cs typeface="Fredoka One"/>
              <a:sym typeface="Fredoka One"/>
            </a:endParaRPr>
          </a:p>
          <a:p>
            <a:pPr indent="-342900" lvl="0" marL="457200" rtl="0" algn="l">
              <a:spcBef>
                <a:spcPts val="0"/>
              </a:spcBef>
              <a:spcAft>
                <a:spcPts val="0"/>
              </a:spcAft>
              <a:buSzPts val="1800"/>
              <a:buFont typeface="Fredoka One"/>
              <a:buChar char="-"/>
            </a:pPr>
            <a:r>
              <a:rPr lang="en-GB" sz="1800">
                <a:latin typeface="Fredoka One"/>
                <a:ea typeface="Fredoka One"/>
                <a:cs typeface="Fredoka One"/>
                <a:sym typeface="Fredoka One"/>
              </a:rPr>
              <a:t>Exercise, Ibuprofen</a:t>
            </a:r>
            <a:endParaRPr sz="1800">
              <a:latin typeface="Fredoka One"/>
              <a:ea typeface="Fredoka One"/>
              <a:cs typeface="Fredoka One"/>
              <a:sym typeface="Fredoka One"/>
            </a:endParaRPr>
          </a:p>
          <a:p>
            <a:pPr indent="-342900" lvl="0" marL="457200" rtl="0" algn="l">
              <a:spcBef>
                <a:spcPts val="0"/>
              </a:spcBef>
              <a:spcAft>
                <a:spcPts val="0"/>
              </a:spcAft>
              <a:buSzPts val="1800"/>
              <a:buFont typeface="Fredoka One"/>
              <a:buChar char="-"/>
            </a:pPr>
            <a:r>
              <a:rPr lang="en-GB" sz="1800">
                <a:latin typeface="Fredoka One"/>
                <a:ea typeface="Fredoka One"/>
                <a:cs typeface="Fredoka One"/>
                <a:sym typeface="Fredoka One"/>
              </a:rPr>
              <a:t>Aricept</a:t>
            </a:r>
            <a:endParaRPr sz="1800">
              <a:latin typeface="Fredoka One"/>
              <a:ea typeface="Fredoka One"/>
              <a:cs typeface="Fredoka One"/>
              <a:sym typeface="Fredoka One"/>
            </a:endParaRPr>
          </a:p>
          <a:p>
            <a:pPr indent="0" lvl="0" marL="0" rtl="0" algn="l">
              <a:spcBef>
                <a:spcPts val="0"/>
              </a:spcBef>
              <a:spcAft>
                <a:spcPts val="0"/>
              </a:spcAft>
              <a:buNone/>
            </a:pPr>
            <a:r>
              <a:t/>
            </a:r>
            <a:endParaRPr sz="11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View Full&gt;</a:t>
            </a:r>
            <a:endParaRPr sz="1800">
              <a:latin typeface="Fredoka One"/>
              <a:ea typeface="Fredoka One"/>
              <a:cs typeface="Fredoka One"/>
              <a:sym typeface="Fredoka One"/>
            </a:endParaRPr>
          </a:p>
        </p:txBody>
      </p:sp>
      <p:sp>
        <p:nvSpPr>
          <p:cNvPr id="1076" name="Google Shape;1076;p48"/>
          <p:cNvSpPr/>
          <p:nvPr/>
        </p:nvSpPr>
        <p:spPr>
          <a:xfrm>
            <a:off x="5732328" y="1487407"/>
            <a:ext cx="3105300" cy="360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ROOM NUMBER:</a:t>
            </a:r>
            <a:endParaRPr sz="1800">
              <a:latin typeface="Fredoka One"/>
              <a:ea typeface="Fredoka One"/>
              <a:cs typeface="Fredoka One"/>
              <a:sym typeface="Fredoka One"/>
            </a:endParaRPr>
          </a:p>
        </p:txBody>
      </p:sp>
      <p:sp>
        <p:nvSpPr>
          <p:cNvPr id="1077" name="Google Shape;1077;p48"/>
          <p:cNvSpPr/>
          <p:nvPr/>
        </p:nvSpPr>
        <p:spPr>
          <a:xfrm>
            <a:off x="5732326" y="140907"/>
            <a:ext cx="3105300" cy="360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NAME:</a:t>
            </a:r>
            <a:endParaRPr sz="1800">
              <a:latin typeface="Fredoka One"/>
              <a:ea typeface="Fredoka One"/>
              <a:cs typeface="Fredoka One"/>
              <a:sym typeface="Fredoka One"/>
            </a:endParaRPr>
          </a:p>
        </p:txBody>
      </p:sp>
      <p:sp>
        <p:nvSpPr>
          <p:cNvPr id="1078" name="Google Shape;1078;p48"/>
          <p:cNvSpPr/>
          <p:nvPr/>
        </p:nvSpPr>
        <p:spPr>
          <a:xfrm>
            <a:off x="5732328" y="1936232"/>
            <a:ext cx="3105300" cy="3609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EMAIL</a:t>
            </a:r>
            <a:r>
              <a:rPr lang="en-GB" sz="1800">
                <a:latin typeface="Fredoka One"/>
                <a:ea typeface="Fredoka One"/>
                <a:cs typeface="Fredoka One"/>
                <a:sym typeface="Fredoka One"/>
              </a:rPr>
              <a:t>:</a:t>
            </a:r>
            <a:endParaRPr sz="1800">
              <a:latin typeface="Fredoka One"/>
              <a:ea typeface="Fredoka One"/>
              <a:cs typeface="Fredoka One"/>
              <a:sym typeface="Fredoka One"/>
            </a:endParaRPr>
          </a:p>
        </p:txBody>
      </p:sp>
      <p:sp>
        <p:nvSpPr>
          <p:cNvPr id="1079" name="Google Shape;1079;p48"/>
          <p:cNvSpPr/>
          <p:nvPr/>
        </p:nvSpPr>
        <p:spPr>
          <a:xfrm>
            <a:off x="5670725" y="2535275"/>
            <a:ext cx="3250500" cy="2544600"/>
          </a:xfrm>
          <a:prstGeom prst="rect">
            <a:avLst/>
          </a:prstGeom>
          <a:solidFill>
            <a:srgbClr val="FFFFFF"/>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latin typeface="Fredoka One"/>
                <a:ea typeface="Fredoka One"/>
                <a:cs typeface="Fredoka One"/>
                <a:sym typeface="Fredoka One"/>
              </a:rPr>
              <a:t>Doctor Contact Info:</a:t>
            </a:r>
            <a:endParaRPr sz="1800">
              <a:latin typeface="Fredoka One"/>
              <a:ea typeface="Fredoka One"/>
              <a:cs typeface="Fredoka One"/>
              <a:sym typeface="Fredoka One"/>
            </a:endParaRPr>
          </a:p>
          <a:p>
            <a:pPr indent="0" lvl="0" marL="0" rtl="0" algn="l">
              <a:spcBef>
                <a:spcPts val="0"/>
              </a:spcBef>
              <a:spcAft>
                <a:spcPts val="0"/>
              </a:spcAft>
              <a:buNone/>
            </a:pPr>
            <a:r>
              <a:t/>
            </a:r>
            <a:endParaRPr sz="500">
              <a:latin typeface="Fredoka One"/>
              <a:ea typeface="Fredoka One"/>
              <a:cs typeface="Fredoka One"/>
              <a:sym typeface="Fredoka One"/>
            </a:endParaRPr>
          </a:p>
          <a:p>
            <a:pPr indent="0" lvl="0" marL="0" rtl="0" algn="l">
              <a:spcBef>
                <a:spcPts val="0"/>
              </a:spcBef>
              <a:spcAft>
                <a:spcPts val="0"/>
              </a:spcAft>
              <a:buNone/>
            </a:pPr>
            <a:r>
              <a:rPr lang="en-GB" sz="1800">
                <a:solidFill>
                  <a:srgbClr val="134F5C"/>
                </a:solidFill>
                <a:latin typeface="Fredoka One"/>
                <a:ea typeface="Fredoka One"/>
                <a:cs typeface="Fredoka One"/>
                <a:sym typeface="Fredoka One"/>
              </a:rPr>
              <a:t>doctor@funsies.com</a:t>
            </a:r>
            <a:endParaRPr sz="1800">
              <a:solidFill>
                <a:srgbClr val="134F5C"/>
              </a:solidFill>
              <a:latin typeface="Fredoka One"/>
              <a:ea typeface="Fredoka One"/>
              <a:cs typeface="Fredoka One"/>
              <a:sym typeface="Fredoka One"/>
            </a:endParaRPr>
          </a:p>
          <a:p>
            <a:pPr indent="0" lvl="0" marL="0" rtl="0" algn="l">
              <a:spcBef>
                <a:spcPts val="0"/>
              </a:spcBef>
              <a:spcAft>
                <a:spcPts val="0"/>
              </a:spcAft>
              <a:buNone/>
            </a:pPr>
            <a:r>
              <a:t/>
            </a:r>
            <a:endParaRPr sz="700">
              <a:solidFill>
                <a:srgbClr val="134F5C"/>
              </a:solidFill>
              <a:latin typeface="Fredoka One"/>
              <a:ea typeface="Fredoka One"/>
              <a:cs typeface="Fredoka One"/>
              <a:sym typeface="Fredoka One"/>
            </a:endParaRPr>
          </a:p>
          <a:p>
            <a:pPr indent="0" lvl="0" marL="0" rtl="0" algn="l">
              <a:spcBef>
                <a:spcPts val="0"/>
              </a:spcBef>
              <a:spcAft>
                <a:spcPts val="0"/>
              </a:spcAft>
              <a:buNone/>
            </a:pPr>
            <a:r>
              <a:rPr lang="en-GB" sz="1800">
                <a:solidFill>
                  <a:srgbClr val="134F5C"/>
                </a:solidFill>
                <a:latin typeface="Fredoka One"/>
                <a:ea typeface="Fredoka One"/>
                <a:cs typeface="Fredoka One"/>
                <a:sym typeface="Fredoka One"/>
              </a:rPr>
              <a:t>3939 393 939</a:t>
            </a:r>
            <a:endParaRPr sz="1800">
              <a:solidFill>
                <a:srgbClr val="134F5C"/>
              </a:solidFill>
              <a:latin typeface="Fredoka One"/>
              <a:ea typeface="Fredoka One"/>
              <a:cs typeface="Fredoka One"/>
              <a:sym typeface="Fredoka One"/>
            </a:endParaRPr>
          </a:p>
          <a:p>
            <a:pPr indent="0" lvl="0" marL="0" rtl="0" algn="l">
              <a:spcBef>
                <a:spcPts val="0"/>
              </a:spcBef>
              <a:spcAft>
                <a:spcPts val="0"/>
              </a:spcAft>
              <a:buNone/>
            </a:pPr>
            <a:r>
              <a:t/>
            </a:r>
            <a:endParaRPr sz="1800">
              <a:latin typeface="Fredoka One"/>
              <a:ea typeface="Fredoka One"/>
              <a:cs typeface="Fredoka One"/>
              <a:sym typeface="Fredoka One"/>
            </a:endParaRPr>
          </a:p>
          <a:p>
            <a:pPr indent="0" lvl="0" marL="0" rtl="0" algn="l">
              <a:spcBef>
                <a:spcPts val="0"/>
              </a:spcBef>
              <a:spcAft>
                <a:spcPts val="0"/>
              </a:spcAft>
              <a:buNone/>
            </a:pPr>
            <a:r>
              <a:rPr lang="en-GB" sz="1800">
                <a:latin typeface="Fredoka One"/>
                <a:ea typeface="Fredoka One"/>
                <a:cs typeface="Fredoka One"/>
                <a:sym typeface="Fredoka One"/>
              </a:rPr>
              <a:t>Hospital Contact Info:</a:t>
            </a:r>
            <a:endParaRPr sz="1800">
              <a:latin typeface="Fredoka One"/>
              <a:ea typeface="Fredoka One"/>
              <a:cs typeface="Fredoka One"/>
              <a:sym typeface="Fredoka One"/>
            </a:endParaRPr>
          </a:p>
          <a:p>
            <a:pPr indent="0" lvl="0" marL="0" rtl="0" algn="l">
              <a:spcBef>
                <a:spcPts val="0"/>
              </a:spcBef>
              <a:spcAft>
                <a:spcPts val="0"/>
              </a:spcAft>
              <a:buNone/>
            </a:pPr>
            <a:r>
              <a:t/>
            </a:r>
            <a:endParaRPr sz="500">
              <a:latin typeface="Fredoka One"/>
              <a:ea typeface="Fredoka One"/>
              <a:cs typeface="Fredoka One"/>
              <a:sym typeface="Fredoka One"/>
            </a:endParaRPr>
          </a:p>
          <a:p>
            <a:pPr indent="0" lvl="0" marL="0" rtl="0" algn="l">
              <a:spcBef>
                <a:spcPts val="0"/>
              </a:spcBef>
              <a:spcAft>
                <a:spcPts val="0"/>
              </a:spcAft>
              <a:buNone/>
            </a:pPr>
            <a:r>
              <a:rPr lang="en-GB" sz="1800">
                <a:solidFill>
                  <a:srgbClr val="134F5C"/>
                </a:solidFill>
                <a:uFill>
                  <a:noFill/>
                </a:uFill>
                <a:latin typeface="Fredoka One"/>
                <a:ea typeface="Fredoka One"/>
                <a:cs typeface="Fredoka One"/>
                <a:sym typeface="Fredoka One"/>
                <a:hlinkClick r:id="rId3">
                  <a:extLst>
                    <a:ext uri="{A12FA001-AC4F-418D-AE19-62706E023703}">
                      <ahyp:hlinkClr val="tx"/>
                    </a:ext>
                  </a:extLst>
                </a:hlinkClick>
              </a:rPr>
              <a:t>hospital@funsies.com</a:t>
            </a:r>
            <a:endParaRPr sz="1800">
              <a:solidFill>
                <a:srgbClr val="134F5C"/>
              </a:solidFill>
              <a:latin typeface="Fredoka One"/>
              <a:ea typeface="Fredoka One"/>
              <a:cs typeface="Fredoka One"/>
              <a:sym typeface="Fredoka One"/>
            </a:endParaRPr>
          </a:p>
          <a:p>
            <a:pPr indent="0" lvl="0" marL="0" rtl="0" algn="l">
              <a:spcBef>
                <a:spcPts val="0"/>
              </a:spcBef>
              <a:spcAft>
                <a:spcPts val="0"/>
              </a:spcAft>
              <a:buNone/>
            </a:pPr>
            <a:r>
              <a:t/>
            </a:r>
            <a:endParaRPr sz="700">
              <a:solidFill>
                <a:srgbClr val="134F5C"/>
              </a:solidFill>
              <a:latin typeface="Fredoka One"/>
              <a:ea typeface="Fredoka One"/>
              <a:cs typeface="Fredoka One"/>
              <a:sym typeface="Fredoka One"/>
            </a:endParaRPr>
          </a:p>
          <a:p>
            <a:pPr indent="0" lvl="0" marL="0" rtl="0" algn="l">
              <a:spcBef>
                <a:spcPts val="0"/>
              </a:spcBef>
              <a:spcAft>
                <a:spcPts val="0"/>
              </a:spcAft>
              <a:buNone/>
            </a:pPr>
            <a:r>
              <a:rPr lang="en-GB" sz="1800">
                <a:solidFill>
                  <a:srgbClr val="134F5C"/>
                </a:solidFill>
                <a:latin typeface="Fredoka One"/>
                <a:ea typeface="Fredoka One"/>
                <a:cs typeface="Fredoka One"/>
                <a:sym typeface="Fredoka One"/>
              </a:rPr>
              <a:t>7777 777 777</a:t>
            </a:r>
            <a:endParaRPr sz="1800">
              <a:solidFill>
                <a:srgbClr val="134F5C"/>
              </a:solidFill>
              <a:latin typeface="Fredoka One"/>
              <a:ea typeface="Fredoka One"/>
              <a:cs typeface="Fredoka One"/>
              <a:sym typeface="Fredoka One"/>
            </a:endParaRPr>
          </a:p>
          <a:p>
            <a:pPr indent="0" lvl="0" marL="0" rtl="0" algn="l">
              <a:spcBef>
                <a:spcPts val="0"/>
              </a:spcBef>
              <a:spcAft>
                <a:spcPts val="0"/>
              </a:spcAft>
              <a:buNone/>
            </a:pPr>
            <a:r>
              <a:t/>
            </a:r>
            <a:endParaRPr sz="1800" u="sng">
              <a:latin typeface="Fredoka One"/>
              <a:ea typeface="Fredoka One"/>
              <a:cs typeface="Fredoka One"/>
              <a:sym typeface="Fredoka One"/>
            </a:endParaRPr>
          </a:p>
        </p:txBody>
      </p:sp>
      <p:sp>
        <p:nvSpPr>
          <p:cNvPr id="1080" name="Google Shape;1080;p48"/>
          <p:cNvSpPr txBox="1"/>
          <p:nvPr/>
        </p:nvSpPr>
        <p:spPr>
          <a:xfrm>
            <a:off x="7919175" y="4987300"/>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49"/>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086" name="Google Shape;1086;p49"/>
          <p:cNvSpPr/>
          <p:nvPr/>
        </p:nvSpPr>
        <p:spPr>
          <a:xfrm>
            <a:off x="304125" y="26695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087" name="Google Shape;1087;p49"/>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088" name="Google Shape;1088;p49"/>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089" name="Google Shape;1089;p49"/>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090" name="Google Shape;1090;p49"/>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1091" name="Google Shape;1091;p49"/>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1092" name="Google Shape;1092;p49"/>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093" name="Google Shape;1093;p49"/>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094" name="Google Shape;1094;p49"/>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Calendar Page (Staff) </a:t>
            </a:r>
            <a:endParaRPr sz="3300">
              <a:solidFill>
                <a:schemeClr val="dk2"/>
              </a:solidFill>
              <a:latin typeface="Fredoka One"/>
              <a:ea typeface="Fredoka One"/>
              <a:cs typeface="Fredoka One"/>
              <a:sym typeface="Fredoka One"/>
            </a:endParaRPr>
          </a:p>
        </p:txBody>
      </p:sp>
      <p:sp>
        <p:nvSpPr>
          <p:cNvPr id="1095" name="Google Shape;1095;p49"/>
          <p:cNvSpPr/>
          <p:nvPr/>
        </p:nvSpPr>
        <p:spPr>
          <a:xfrm>
            <a:off x="5611650" y="109200"/>
            <a:ext cx="1460700" cy="662100"/>
          </a:xfrm>
          <a:prstGeom prst="round2SameRect">
            <a:avLst>
              <a:gd fmla="val 16667" name="adj1"/>
              <a:gd fmla="val 0" name="adj2"/>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49"/>
          <p:cNvSpPr txBox="1"/>
          <p:nvPr/>
        </p:nvSpPr>
        <p:spPr>
          <a:xfrm>
            <a:off x="5611650" y="66025"/>
            <a:ext cx="14607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rgbClr val="999999"/>
                </a:solidFill>
                <a:latin typeface="Fredoka One"/>
                <a:ea typeface="Fredoka One"/>
                <a:cs typeface="Fredoka One"/>
                <a:sym typeface="Fredoka One"/>
              </a:rPr>
              <a:t>Other</a:t>
            </a:r>
            <a:endParaRPr sz="1800">
              <a:solidFill>
                <a:srgbClr val="999999"/>
              </a:solidFill>
              <a:latin typeface="Fredoka One"/>
              <a:ea typeface="Fredoka One"/>
              <a:cs typeface="Fredoka One"/>
              <a:sym typeface="Fredoka One"/>
            </a:endParaRPr>
          </a:p>
        </p:txBody>
      </p:sp>
      <p:sp>
        <p:nvSpPr>
          <p:cNvPr id="1097" name="Google Shape;1097;p49"/>
          <p:cNvSpPr/>
          <p:nvPr/>
        </p:nvSpPr>
        <p:spPr>
          <a:xfrm>
            <a:off x="4099075" y="109200"/>
            <a:ext cx="1635900" cy="6621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49"/>
          <p:cNvSpPr/>
          <p:nvPr/>
        </p:nvSpPr>
        <p:spPr>
          <a:xfrm>
            <a:off x="2695550" y="109200"/>
            <a:ext cx="1460700" cy="662100"/>
          </a:xfrm>
          <a:prstGeom prst="round2SameRect">
            <a:avLst>
              <a:gd fmla="val 16667" name="adj1"/>
              <a:gd fmla="val 0" name="adj2"/>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49"/>
          <p:cNvSpPr/>
          <p:nvPr/>
        </p:nvSpPr>
        <p:spPr>
          <a:xfrm>
            <a:off x="2695550" y="457850"/>
            <a:ext cx="6398400" cy="1855800"/>
          </a:xfrm>
          <a:prstGeom prst="roundRect">
            <a:avLst>
              <a:gd fmla="val 16667" name="adj"/>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00" name="Google Shape;1100;p49"/>
          <p:cNvSpPr/>
          <p:nvPr/>
        </p:nvSpPr>
        <p:spPr>
          <a:xfrm>
            <a:off x="2816913"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1101" name="Google Shape;1101;p49"/>
          <p:cNvSpPr/>
          <p:nvPr/>
        </p:nvSpPr>
        <p:spPr>
          <a:xfrm>
            <a:off x="4397550"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1102" name="Google Shape;1102;p49"/>
          <p:cNvSpPr/>
          <p:nvPr/>
        </p:nvSpPr>
        <p:spPr>
          <a:xfrm>
            <a:off x="5977863"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1103" name="Google Shape;1103;p49"/>
          <p:cNvSpPr txBox="1"/>
          <p:nvPr/>
        </p:nvSpPr>
        <p:spPr>
          <a:xfrm>
            <a:off x="3134338"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1104" name="Google Shape;1104;p49"/>
          <p:cNvSpPr txBox="1"/>
          <p:nvPr/>
        </p:nvSpPr>
        <p:spPr>
          <a:xfrm>
            <a:off x="4715925"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1105" name="Google Shape;1105;p49"/>
          <p:cNvSpPr txBox="1"/>
          <p:nvPr/>
        </p:nvSpPr>
        <p:spPr>
          <a:xfrm>
            <a:off x="6297513"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1106" name="Google Shape;1106;p49"/>
          <p:cNvSpPr txBox="1"/>
          <p:nvPr/>
        </p:nvSpPr>
        <p:spPr>
          <a:xfrm>
            <a:off x="4158725" y="82675"/>
            <a:ext cx="1610400" cy="53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rgbClr val="666666"/>
                </a:solidFill>
                <a:latin typeface="Fredoka One"/>
                <a:ea typeface="Fredoka One"/>
                <a:cs typeface="Fredoka One"/>
                <a:sym typeface="Fredoka One"/>
              </a:rPr>
              <a:t>Co-Workers</a:t>
            </a:r>
            <a:endParaRPr sz="1800">
              <a:solidFill>
                <a:srgbClr val="666666"/>
              </a:solidFill>
              <a:latin typeface="Fredoka One"/>
              <a:ea typeface="Fredoka One"/>
              <a:cs typeface="Fredoka One"/>
              <a:sym typeface="Fredoka One"/>
            </a:endParaRPr>
          </a:p>
        </p:txBody>
      </p:sp>
      <p:sp>
        <p:nvSpPr>
          <p:cNvPr id="1107" name="Google Shape;1107;p49"/>
          <p:cNvSpPr txBox="1"/>
          <p:nvPr/>
        </p:nvSpPr>
        <p:spPr>
          <a:xfrm>
            <a:off x="5125813" y="2325113"/>
            <a:ext cx="1460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2"/>
                </a:solidFill>
                <a:latin typeface="Lexend"/>
                <a:ea typeface="Lexend"/>
                <a:cs typeface="Lexend"/>
                <a:sym typeface="Lexend"/>
              </a:rPr>
              <a:t>VIEW ALL &gt;</a:t>
            </a:r>
            <a:endParaRPr sz="1600"/>
          </a:p>
        </p:txBody>
      </p:sp>
      <p:sp>
        <p:nvSpPr>
          <p:cNvPr id="1108" name="Google Shape;1108;p49"/>
          <p:cNvSpPr/>
          <p:nvPr/>
        </p:nvSpPr>
        <p:spPr>
          <a:xfrm>
            <a:off x="7558188" y="675600"/>
            <a:ext cx="1411500" cy="135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solidFill>
                  <a:srgbClr val="999999"/>
                </a:solidFill>
                <a:latin typeface="Fredoka One"/>
                <a:ea typeface="Fredoka One"/>
                <a:cs typeface="Fredoka One"/>
                <a:sym typeface="Fredoka One"/>
              </a:rPr>
              <a:t>PIC</a:t>
            </a:r>
            <a:endParaRPr>
              <a:solidFill>
                <a:srgbClr val="999999"/>
              </a:solidFill>
              <a:latin typeface="Fredoka One"/>
              <a:ea typeface="Fredoka One"/>
              <a:cs typeface="Fredoka One"/>
              <a:sym typeface="Fredoka One"/>
            </a:endParaRPr>
          </a:p>
        </p:txBody>
      </p:sp>
      <p:sp>
        <p:nvSpPr>
          <p:cNvPr id="1109" name="Google Shape;1109;p49"/>
          <p:cNvSpPr txBox="1"/>
          <p:nvPr/>
        </p:nvSpPr>
        <p:spPr>
          <a:xfrm>
            <a:off x="7877513" y="1924500"/>
            <a:ext cx="7728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500">
                <a:solidFill>
                  <a:schemeClr val="lt1"/>
                </a:solidFill>
                <a:latin typeface="Fredoka One"/>
                <a:ea typeface="Fredoka One"/>
                <a:cs typeface="Fredoka One"/>
                <a:sym typeface="Fredoka One"/>
              </a:rPr>
              <a:t>Name</a:t>
            </a:r>
            <a:endParaRPr sz="1500">
              <a:solidFill>
                <a:schemeClr val="lt1"/>
              </a:solidFill>
              <a:latin typeface="Fredoka One"/>
              <a:ea typeface="Fredoka One"/>
              <a:cs typeface="Fredoka One"/>
              <a:sym typeface="Fredoka One"/>
            </a:endParaRPr>
          </a:p>
        </p:txBody>
      </p:sp>
      <p:sp>
        <p:nvSpPr>
          <p:cNvPr id="1110" name="Google Shape;1110;p49"/>
          <p:cNvSpPr txBox="1"/>
          <p:nvPr/>
        </p:nvSpPr>
        <p:spPr>
          <a:xfrm>
            <a:off x="2800850" y="66025"/>
            <a:ext cx="1250100" cy="56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Fredoka One"/>
                <a:ea typeface="Fredoka One"/>
                <a:cs typeface="Fredoka One"/>
                <a:sym typeface="Fredoka One"/>
              </a:rPr>
              <a:t>Residents</a:t>
            </a:r>
            <a:endParaRPr sz="1800">
              <a:solidFill>
                <a:schemeClr val="lt1"/>
              </a:solidFill>
              <a:latin typeface="Fredoka One"/>
              <a:ea typeface="Fredoka One"/>
              <a:cs typeface="Fredoka One"/>
              <a:sym typeface="Fredoka One"/>
            </a:endParaRPr>
          </a:p>
        </p:txBody>
      </p:sp>
      <p:sp>
        <p:nvSpPr>
          <p:cNvPr id="1111" name="Google Shape;1111;p49"/>
          <p:cNvSpPr/>
          <p:nvPr/>
        </p:nvSpPr>
        <p:spPr>
          <a:xfrm>
            <a:off x="6518325" y="2767700"/>
            <a:ext cx="2455500" cy="662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Add Contact</a:t>
            </a:r>
            <a:endParaRPr sz="2100">
              <a:solidFill>
                <a:srgbClr val="FFFFFF"/>
              </a:solidFill>
              <a:latin typeface="Fredoka One"/>
              <a:ea typeface="Fredoka One"/>
              <a:cs typeface="Fredoka One"/>
              <a:sym typeface="Fredoka One"/>
            </a:endParaRPr>
          </a:p>
        </p:txBody>
      </p:sp>
      <p:sp>
        <p:nvSpPr>
          <p:cNvPr id="1112" name="Google Shape;1112;p49"/>
          <p:cNvSpPr txBox="1"/>
          <p:nvPr/>
        </p:nvSpPr>
        <p:spPr>
          <a:xfrm>
            <a:off x="7803013" y="9088"/>
            <a:ext cx="1460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rgbClr val="999999"/>
                </a:solidFill>
                <a:latin typeface="Lexend"/>
                <a:ea typeface="Lexend"/>
                <a:cs typeface="Lexend"/>
                <a:sym typeface="Lexend"/>
              </a:rPr>
              <a:t>EDIT</a:t>
            </a:r>
            <a:endParaRPr sz="1600">
              <a:solidFill>
                <a:srgbClr val="999999"/>
              </a:solidFill>
            </a:endParaRPr>
          </a:p>
        </p:txBody>
      </p:sp>
      <p:sp>
        <p:nvSpPr>
          <p:cNvPr id="1113" name="Google Shape;1113;p49"/>
          <p:cNvSpPr txBox="1"/>
          <p:nvPr/>
        </p:nvSpPr>
        <p:spPr>
          <a:xfrm>
            <a:off x="7877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1114" name="Google Shape;1114;p49"/>
          <p:cNvSpPr/>
          <p:nvPr/>
        </p:nvSpPr>
        <p:spPr>
          <a:xfrm>
            <a:off x="6518325" y="3504275"/>
            <a:ext cx="2455500" cy="662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Open Messages</a:t>
            </a:r>
            <a:endParaRPr sz="2100">
              <a:solidFill>
                <a:srgbClr val="FFFFFF"/>
              </a:solidFill>
              <a:latin typeface="Fredoka One"/>
              <a:ea typeface="Fredoka One"/>
              <a:cs typeface="Fredoka One"/>
              <a:sym typeface="Fredoka One"/>
            </a:endParaRPr>
          </a:p>
        </p:txBody>
      </p:sp>
      <p:sp>
        <p:nvSpPr>
          <p:cNvPr id="1115" name="Google Shape;1115;p49"/>
          <p:cNvSpPr/>
          <p:nvPr/>
        </p:nvSpPr>
        <p:spPr>
          <a:xfrm>
            <a:off x="6518325" y="4240850"/>
            <a:ext cx="2455500" cy="662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Important Contacts List</a:t>
            </a:r>
            <a:endParaRPr sz="2100">
              <a:solidFill>
                <a:srgbClr val="FFFFFF"/>
              </a:solidFill>
              <a:latin typeface="Fredoka One"/>
              <a:ea typeface="Fredoka One"/>
              <a:cs typeface="Fredoka One"/>
              <a:sym typeface="Fredoka One"/>
            </a:endParaRPr>
          </a:p>
        </p:txBody>
      </p:sp>
      <p:sp>
        <p:nvSpPr>
          <p:cNvPr id="1116" name="Google Shape;1116;p49"/>
          <p:cNvSpPr/>
          <p:nvPr/>
        </p:nvSpPr>
        <p:spPr>
          <a:xfrm>
            <a:off x="2804000" y="2756225"/>
            <a:ext cx="3418500" cy="2275500"/>
          </a:xfrm>
          <a:prstGeom prst="roundRect">
            <a:avLst>
              <a:gd fmla="val 9827" name="adj"/>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7" name="Google Shape;1117;p49"/>
          <p:cNvSpPr txBox="1"/>
          <p:nvPr/>
        </p:nvSpPr>
        <p:spPr>
          <a:xfrm>
            <a:off x="2888813" y="2806513"/>
            <a:ext cx="21828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Fredoka One"/>
                <a:ea typeface="Fredoka One"/>
                <a:cs typeface="Fredoka One"/>
                <a:sym typeface="Fredoka One"/>
              </a:rPr>
              <a:t>Unread</a:t>
            </a:r>
            <a:r>
              <a:rPr lang="en-GB" sz="1800">
                <a:solidFill>
                  <a:schemeClr val="lt1"/>
                </a:solidFill>
                <a:latin typeface="Fredoka One"/>
                <a:ea typeface="Fredoka One"/>
                <a:cs typeface="Fredoka One"/>
                <a:sym typeface="Fredoka One"/>
              </a:rPr>
              <a:t> Messages</a:t>
            </a:r>
            <a:endParaRPr sz="1800">
              <a:solidFill>
                <a:schemeClr val="lt1"/>
              </a:solidFill>
              <a:latin typeface="Fredoka One"/>
              <a:ea typeface="Fredoka One"/>
              <a:cs typeface="Fredoka One"/>
              <a:sym typeface="Fredoka One"/>
            </a:endParaRPr>
          </a:p>
        </p:txBody>
      </p:sp>
      <p:sp>
        <p:nvSpPr>
          <p:cNvPr id="1118" name="Google Shape;1118;p49"/>
          <p:cNvSpPr/>
          <p:nvPr/>
        </p:nvSpPr>
        <p:spPr>
          <a:xfrm>
            <a:off x="2967837" y="3317950"/>
            <a:ext cx="30420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Section B Staff Chat</a:t>
            </a:r>
            <a:endParaRPr>
              <a:latin typeface="Fredoka One"/>
              <a:ea typeface="Fredoka One"/>
              <a:cs typeface="Fredoka One"/>
              <a:sym typeface="Fredoka One"/>
            </a:endParaRPr>
          </a:p>
        </p:txBody>
      </p:sp>
      <p:sp>
        <p:nvSpPr>
          <p:cNvPr id="1119" name="Google Shape;1119;p49"/>
          <p:cNvSpPr/>
          <p:nvPr/>
        </p:nvSpPr>
        <p:spPr>
          <a:xfrm>
            <a:off x="2967850" y="3875475"/>
            <a:ext cx="30420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Horizon Staff Chat</a:t>
            </a:r>
            <a:endParaRPr>
              <a:latin typeface="Fredoka One"/>
              <a:ea typeface="Fredoka One"/>
              <a:cs typeface="Fredoka One"/>
              <a:sym typeface="Fredoka One"/>
            </a:endParaRPr>
          </a:p>
        </p:txBody>
      </p:sp>
      <p:sp>
        <p:nvSpPr>
          <p:cNvPr id="1120" name="Google Shape;1120;p49"/>
          <p:cNvSpPr/>
          <p:nvPr/>
        </p:nvSpPr>
        <p:spPr>
          <a:xfrm>
            <a:off x="2967837" y="4433000"/>
            <a:ext cx="3042000" cy="446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Fredoka One"/>
                <a:ea typeface="Fredoka One"/>
                <a:cs typeface="Fredoka One"/>
                <a:sym typeface="Fredoka One"/>
              </a:rPr>
              <a:t>Name (Co-Worker)</a:t>
            </a:r>
            <a:endParaRPr>
              <a:latin typeface="Fredoka One"/>
              <a:ea typeface="Fredoka One"/>
              <a:cs typeface="Fredoka One"/>
              <a:sym typeface="Fredoka On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50"/>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126" name="Google Shape;1126;p50"/>
          <p:cNvSpPr/>
          <p:nvPr/>
        </p:nvSpPr>
        <p:spPr>
          <a:xfrm>
            <a:off x="304125" y="26695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27" name="Google Shape;1127;p50"/>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128" name="Google Shape;1128;p50"/>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129" name="Google Shape;1129;p50"/>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130" name="Google Shape;1130;p50"/>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Contacts</a:t>
            </a:r>
            <a:endParaRPr sz="1800">
              <a:solidFill>
                <a:schemeClr val="dk1"/>
              </a:solidFill>
              <a:latin typeface="Fredoka One"/>
              <a:ea typeface="Fredoka One"/>
              <a:cs typeface="Fredoka One"/>
              <a:sym typeface="Fredoka One"/>
            </a:endParaRPr>
          </a:p>
        </p:txBody>
      </p:sp>
      <p:sp>
        <p:nvSpPr>
          <p:cNvPr id="1131" name="Google Shape;1131;p50"/>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Workspace</a:t>
            </a:r>
            <a:endParaRPr sz="1800">
              <a:solidFill>
                <a:schemeClr val="lt1"/>
              </a:solidFill>
              <a:latin typeface="Fredoka One"/>
              <a:ea typeface="Fredoka One"/>
              <a:cs typeface="Fredoka One"/>
              <a:sym typeface="Fredoka One"/>
            </a:endParaRPr>
          </a:p>
        </p:txBody>
      </p:sp>
      <p:sp>
        <p:nvSpPr>
          <p:cNvPr id="1132" name="Google Shape;1132;p50"/>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133" name="Google Shape;1133;p50"/>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134" name="Google Shape;1134;p50"/>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Calendar Page (Staff) </a:t>
            </a:r>
            <a:endParaRPr sz="3300">
              <a:solidFill>
                <a:schemeClr val="dk2"/>
              </a:solidFill>
              <a:latin typeface="Fredoka One"/>
              <a:ea typeface="Fredoka One"/>
              <a:cs typeface="Fredoka One"/>
              <a:sym typeface="Fredoka One"/>
            </a:endParaRPr>
          </a:p>
        </p:txBody>
      </p:sp>
      <p:sp>
        <p:nvSpPr>
          <p:cNvPr id="1135" name="Google Shape;1135;p50"/>
          <p:cNvSpPr txBox="1"/>
          <p:nvPr/>
        </p:nvSpPr>
        <p:spPr>
          <a:xfrm>
            <a:off x="7877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1136" name="Google Shape;1136;p50"/>
          <p:cNvSpPr/>
          <p:nvPr/>
        </p:nvSpPr>
        <p:spPr>
          <a:xfrm>
            <a:off x="2541600" y="19375"/>
            <a:ext cx="829500" cy="2997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7" name="Google Shape;1137;p50"/>
          <p:cNvSpPr txBox="1"/>
          <p:nvPr/>
        </p:nvSpPr>
        <p:spPr>
          <a:xfrm>
            <a:off x="2541600" y="351600"/>
            <a:ext cx="4060800" cy="4743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1"/>
                </a:solidFill>
                <a:latin typeface="Fredoka One"/>
                <a:ea typeface="Fredoka One"/>
                <a:cs typeface="Fredoka One"/>
                <a:sym typeface="Fredoka One"/>
              </a:rPr>
              <a:t>Managers:</a:t>
            </a:r>
            <a:endParaRPr sz="15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manager@horizon.com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manager2@horizon.com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manager3@horizon.com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9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500">
                <a:solidFill>
                  <a:schemeClr val="dk1"/>
                </a:solidFill>
                <a:latin typeface="Fredoka One"/>
                <a:ea typeface="Fredoka One"/>
                <a:cs typeface="Fredoka One"/>
                <a:sym typeface="Fredoka One"/>
              </a:rPr>
              <a:t>Doctors:</a:t>
            </a:r>
            <a:endParaRPr sz="15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doctor1@hospital.com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doctor2@hospital.com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doctor3@hospital.com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9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500">
                <a:solidFill>
                  <a:schemeClr val="dk1"/>
                </a:solidFill>
                <a:latin typeface="Fredoka One"/>
                <a:ea typeface="Fredoka One"/>
                <a:cs typeface="Fredoka One"/>
                <a:sym typeface="Fredoka One"/>
              </a:rPr>
              <a:t>Nearest Hospitals:</a:t>
            </a:r>
            <a:endParaRPr sz="15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getsickplease@hospital.com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sugarpills@hospital.com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9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500">
                <a:solidFill>
                  <a:schemeClr val="dk1"/>
                </a:solidFill>
                <a:latin typeface="Fredoka One"/>
                <a:ea typeface="Fredoka One"/>
                <a:cs typeface="Fredoka One"/>
                <a:sym typeface="Fredoka One"/>
              </a:rPr>
              <a:t>Cemeteries</a:t>
            </a:r>
            <a:r>
              <a:rPr lang="en-GB" sz="1500">
                <a:solidFill>
                  <a:schemeClr val="dk1"/>
                </a:solidFill>
                <a:latin typeface="Fredoka One"/>
                <a:ea typeface="Fredoka One"/>
                <a:cs typeface="Fredoka One"/>
                <a:sym typeface="Fredoka One"/>
              </a:rPr>
              <a:t>:</a:t>
            </a:r>
            <a:endParaRPr sz="15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hahayoudied@whoputmeinthiscoffin.com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9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500">
                <a:solidFill>
                  <a:schemeClr val="dk1"/>
                </a:solidFill>
                <a:latin typeface="Fredoka One"/>
                <a:ea typeface="Fredoka One"/>
                <a:cs typeface="Fredoka One"/>
                <a:sym typeface="Fredoka One"/>
              </a:rPr>
              <a:t>Activity Instructors:</a:t>
            </a:r>
            <a:endParaRPr sz="15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doyourpilates@yoga.com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rowing@idk.com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rPr lang="en-GB" sz="1300">
                <a:solidFill>
                  <a:schemeClr val="dk1"/>
                </a:solidFill>
                <a:latin typeface="Fredoka One"/>
                <a:ea typeface="Fredoka One"/>
                <a:cs typeface="Fredoka One"/>
                <a:sym typeface="Fredoka One"/>
              </a:rPr>
              <a:t>otheractivities@lmao.com</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300">
              <a:solidFill>
                <a:schemeClr val="dk1"/>
              </a:solidFill>
              <a:latin typeface="Fredoka One"/>
              <a:ea typeface="Fredoka One"/>
              <a:cs typeface="Fredoka One"/>
              <a:sym typeface="Fredoka One"/>
            </a:endParaRPr>
          </a:p>
          <a:p>
            <a:pPr indent="0" lvl="0" marL="0" rtl="0" algn="l">
              <a:spcBef>
                <a:spcPts val="0"/>
              </a:spcBef>
              <a:spcAft>
                <a:spcPts val="0"/>
              </a:spcAft>
              <a:buNone/>
            </a:pPr>
            <a:r>
              <a:t/>
            </a:r>
            <a:endParaRPr sz="1800">
              <a:solidFill>
                <a:schemeClr val="dk1"/>
              </a:solidFill>
              <a:latin typeface="Fredoka One"/>
              <a:ea typeface="Fredoka One"/>
              <a:cs typeface="Fredoka One"/>
              <a:sym typeface="Fredoka One"/>
            </a:endParaRPr>
          </a:p>
        </p:txBody>
      </p:sp>
      <p:sp>
        <p:nvSpPr>
          <p:cNvPr id="1138" name="Google Shape;1138;p50"/>
          <p:cNvSpPr txBox="1"/>
          <p:nvPr/>
        </p:nvSpPr>
        <p:spPr>
          <a:xfrm>
            <a:off x="2541600" y="-44250"/>
            <a:ext cx="8295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Email</a:t>
            </a:r>
            <a:endParaRPr sz="1800">
              <a:solidFill>
                <a:schemeClr val="lt1"/>
              </a:solidFill>
              <a:latin typeface="Fredoka One"/>
              <a:ea typeface="Fredoka One"/>
              <a:cs typeface="Fredoka One"/>
              <a:sym typeface="Fredoka One"/>
            </a:endParaRPr>
          </a:p>
        </p:txBody>
      </p:sp>
      <p:sp>
        <p:nvSpPr>
          <p:cNvPr id="1139" name="Google Shape;1139;p50"/>
          <p:cNvSpPr txBox="1"/>
          <p:nvPr/>
        </p:nvSpPr>
        <p:spPr>
          <a:xfrm>
            <a:off x="3453350" y="-44275"/>
            <a:ext cx="995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666666"/>
                </a:solidFill>
                <a:latin typeface="Fredoka One"/>
                <a:ea typeface="Fredoka One"/>
                <a:cs typeface="Fredoka One"/>
                <a:sym typeface="Fredoka One"/>
              </a:rPr>
              <a:t>Phone</a:t>
            </a:r>
            <a:endParaRPr sz="1800">
              <a:solidFill>
                <a:srgbClr val="666666"/>
              </a:solidFill>
              <a:latin typeface="Fredoka One"/>
              <a:ea typeface="Fredoka One"/>
              <a:cs typeface="Fredoka One"/>
              <a:sym typeface="Fredoka One"/>
            </a:endParaRPr>
          </a:p>
        </p:txBody>
      </p:sp>
      <p:sp>
        <p:nvSpPr>
          <p:cNvPr id="1140" name="Google Shape;1140;p50"/>
          <p:cNvSpPr/>
          <p:nvPr/>
        </p:nvSpPr>
        <p:spPr>
          <a:xfrm>
            <a:off x="6786450" y="351600"/>
            <a:ext cx="2247300" cy="1035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Edit</a:t>
            </a:r>
            <a:r>
              <a:rPr lang="en-GB" sz="2100">
                <a:solidFill>
                  <a:srgbClr val="FFFFFF"/>
                </a:solidFill>
                <a:latin typeface="Fredoka One"/>
                <a:ea typeface="Fredoka One"/>
                <a:cs typeface="Fredoka One"/>
                <a:sym typeface="Fredoka One"/>
              </a:rPr>
              <a:t> Important Contacts</a:t>
            </a:r>
            <a:endParaRPr sz="2100">
              <a:solidFill>
                <a:srgbClr val="FFFFFF"/>
              </a:solidFill>
              <a:latin typeface="Fredoka One"/>
              <a:ea typeface="Fredoka One"/>
              <a:cs typeface="Fredoka One"/>
              <a:sym typeface="Fredoka One"/>
            </a:endParaRPr>
          </a:p>
        </p:txBody>
      </p:sp>
      <p:sp>
        <p:nvSpPr>
          <p:cNvPr id="1141" name="Google Shape;1141;p50"/>
          <p:cNvSpPr/>
          <p:nvPr/>
        </p:nvSpPr>
        <p:spPr>
          <a:xfrm>
            <a:off x="6786450" y="1627650"/>
            <a:ext cx="2247300" cy="1035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rgbClr val="FFFFFF"/>
                </a:solidFill>
                <a:latin typeface="Fredoka One"/>
                <a:ea typeface="Fredoka One"/>
                <a:cs typeface="Fredoka One"/>
                <a:sym typeface="Fredoka One"/>
              </a:rPr>
              <a:t>Next Page</a:t>
            </a:r>
            <a:endParaRPr sz="2100">
              <a:solidFill>
                <a:srgbClr val="FFFFFF"/>
              </a:solidFill>
              <a:latin typeface="Fredoka One"/>
              <a:ea typeface="Fredoka One"/>
              <a:cs typeface="Fredoka One"/>
              <a:sym typeface="Fredoka One"/>
            </a:endParaRPr>
          </a:p>
        </p:txBody>
      </p:sp>
      <p:sp>
        <p:nvSpPr>
          <p:cNvPr id="1142" name="Google Shape;1142;p50"/>
          <p:cNvSpPr txBox="1"/>
          <p:nvPr/>
        </p:nvSpPr>
        <p:spPr>
          <a:xfrm>
            <a:off x="6786450" y="4415100"/>
            <a:ext cx="2181900" cy="72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300" u="sng">
                <a:solidFill>
                  <a:schemeClr val="dk1"/>
                </a:solidFill>
                <a:latin typeface="Lexend"/>
                <a:ea typeface="Lexend"/>
                <a:cs typeface="Lexend"/>
                <a:sym typeface="Lexend"/>
              </a:rPr>
              <a:t>Back &gt;</a:t>
            </a:r>
            <a:endParaRPr sz="2300" u="sng">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51"/>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148" name="Google Shape;1148;p51"/>
          <p:cNvSpPr/>
          <p:nvPr/>
        </p:nvSpPr>
        <p:spPr>
          <a:xfrm>
            <a:off x="304125" y="32029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49" name="Google Shape;1149;p51"/>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150" name="Google Shape;1150;p51"/>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151" name="Google Shape;1151;p51"/>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152" name="Google Shape;1152;p51"/>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153" name="Google Shape;1153;p51"/>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Workspace</a:t>
            </a:r>
            <a:endParaRPr sz="1800">
              <a:solidFill>
                <a:schemeClr val="dk1"/>
              </a:solidFill>
              <a:latin typeface="Fredoka One"/>
              <a:ea typeface="Fredoka One"/>
              <a:cs typeface="Fredoka One"/>
              <a:sym typeface="Fredoka One"/>
            </a:endParaRPr>
          </a:p>
        </p:txBody>
      </p:sp>
      <p:sp>
        <p:nvSpPr>
          <p:cNvPr id="1154" name="Google Shape;1154;p51"/>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155" name="Google Shape;1155;p51"/>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156" name="Google Shape;1156;p51"/>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Workspace</a:t>
            </a:r>
            <a:r>
              <a:rPr lang="en-GB" sz="3300">
                <a:solidFill>
                  <a:schemeClr val="dk2"/>
                </a:solidFill>
                <a:latin typeface="Fredoka One"/>
                <a:ea typeface="Fredoka One"/>
                <a:cs typeface="Fredoka One"/>
                <a:sym typeface="Fredoka One"/>
              </a:rPr>
              <a:t> Page (Staff) </a:t>
            </a:r>
            <a:endParaRPr sz="3300">
              <a:solidFill>
                <a:schemeClr val="dk2"/>
              </a:solidFill>
              <a:latin typeface="Fredoka One"/>
              <a:ea typeface="Fredoka One"/>
              <a:cs typeface="Fredoka One"/>
              <a:sym typeface="Fredoka One"/>
            </a:endParaRPr>
          </a:p>
        </p:txBody>
      </p:sp>
      <p:sp>
        <p:nvSpPr>
          <p:cNvPr id="1157" name="Google Shape;1157;p51"/>
          <p:cNvSpPr txBox="1"/>
          <p:nvPr/>
        </p:nvSpPr>
        <p:spPr>
          <a:xfrm>
            <a:off x="7974200" y="49906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1158" name="Google Shape;1158;p51"/>
          <p:cNvSpPr/>
          <p:nvPr/>
        </p:nvSpPr>
        <p:spPr>
          <a:xfrm>
            <a:off x="2743025" y="94875"/>
            <a:ext cx="6035700" cy="2152200"/>
          </a:xfrm>
          <a:prstGeom prst="roundRect">
            <a:avLst>
              <a:gd fmla="val 16667" name="adj"/>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9" name="Google Shape;1159;p51"/>
          <p:cNvSpPr txBox="1"/>
          <p:nvPr/>
        </p:nvSpPr>
        <p:spPr>
          <a:xfrm>
            <a:off x="2889575" y="259725"/>
            <a:ext cx="2655900" cy="45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FFFFFF"/>
                </a:solidFill>
                <a:latin typeface="Fredoka One"/>
                <a:ea typeface="Fredoka One"/>
                <a:cs typeface="Fredoka One"/>
                <a:sym typeface="Fredoka One"/>
              </a:rPr>
              <a:t>Shift Times</a:t>
            </a:r>
            <a:endParaRPr sz="24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Sunday        </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Monday       </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Tuesday      </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Thursday    </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Friday          </a:t>
            </a:r>
            <a:endParaRPr sz="1700">
              <a:solidFill>
                <a:srgbClr val="FFFFFF"/>
              </a:solidFill>
              <a:latin typeface="Fredoka One"/>
              <a:ea typeface="Fredoka One"/>
              <a:cs typeface="Fredoka One"/>
              <a:sym typeface="Fredoka One"/>
            </a:endParaRPr>
          </a:p>
        </p:txBody>
      </p:sp>
      <p:sp>
        <p:nvSpPr>
          <p:cNvPr id="1160" name="Google Shape;1160;p51"/>
          <p:cNvSpPr txBox="1"/>
          <p:nvPr/>
        </p:nvSpPr>
        <p:spPr>
          <a:xfrm>
            <a:off x="4160400" y="630775"/>
            <a:ext cx="1374600" cy="125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9am-5pm</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9am-5pm</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9am-5pm</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9am-5pm</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rPr lang="en-GB" sz="1700">
                <a:solidFill>
                  <a:srgbClr val="FFFFFF"/>
                </a:solidFill>
                <a:latin typeface="Fredoka One"/>
                <a:ea typeface="Fredoka One"/>
                <a:cs typeface="Fredoka One"/>
                <a:sym typeface="Fredoka One"/>
              </a:rPr>
              <a:t>9am-5pm</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Clr>
                <a:schemeClr val="dk1"/>
              </a:buClr>
              <a:buSzPts val="1100"/>
              <a:buFont typeface="Arial"/>
              <a:buNone/>
            </a:pPr>
            <a:r>
              <a:t/>
            </a:r>
            <a:endParaRPr sz="1700">
              <a:solidFill>
                <a:srgbClr val="FFFFFF"/>
              </a:solidFill>
              <a:latin typeface="Fredoka One"/>
              <a:ea typeface="Fredoka One"/>
              <a:cs typeface="Fredoka One"/>
              <a:sym typeface="Fredoka One"/>
            </a:endParaRPr>
          </a:p>
          <a:p>
            <a:pPr indent="0" lvl="0" marL="0" rtl="0" algn="l">
              <a:spcBef>
                <a:spcPts val="0"/>
              </a:spcBef>
              <a:spcAft>
                <a:spcPts val="0"/>
              </a:spcAft>
              <a:buNone/>
            </a:pPr>
            <a:r>
              <a:t/>
            </a:r>
            <a:endParaRPr sz="1800">
              <a:solidFill>
                <a:schemeClr val="dk2"/>
              </a:solidFill>
            </a:endParaRPr>
          </a:p>
        </p:txBody>
      </p:sp>
      <p:sp>
        <p:nvSpPr>
          <p:cNvPr id="1161" name="Google Shape;1161;p51"/>
          <p:cNvSpPr/>
          <p:nvPr/>
        </p:nvSpPr>
        <p:spPr>
          <a:xfrm>
            <a:off x="2743025" y="3191775"/>
            <a:ext cx="6035700" cy="826800"/>
          </a:xfrm>
          <a:prstGeom prst="roundRect">
            <a:avLst>
              <a:gd fmla="val 29520" name="adj"/>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2" name="Google Shape;1162;p51"/>
          <p:cNvSpPr/>
          <p:nvPr/>
        </p:nvSpPr>
        <p:spPr>
          <a:xfrm>
            <a:off x="2743025" y="4088850"/>
            <a:ext cx="6035700" cy="826800"/>
          </a:xfrm>
          <a:prstGeom prst="roundRect">
            <a:avLst>
              <a:gd fmla="val 29520" name="adj"/>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3" name="Google Shape;1163;p51"/>
          <p:cNvSpPr txBox="1"/>
          <p:nvPr/>
        </p:nvSpPr>
        <p:spPr>
          <a:xfrm>
            <a:off x="2980250" y="3305488"/>
            <a:ext cx="3898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FFFFFF"/>
                </a:solidFill>
                <a:latin typeface="Fredoka One"/>
                <a:ea typeface="Fredoka One"/>
                <a:cs typeface="Fredoka One"/>
                <a:sym typeface="Fredoka One"/>
              </a:rPr>
              <a:t>Section B </a:t>
            </a:r>
            <a:r>
              <a:rPr lang="en-GB" sz="2400">
                <a:solidFill>
                  <a:srgbClr val="FFFFFF"/>
                </a:solidFill>
                <a:latin typeface="Fredoka One"/>
                <a:ea typeface="Fredoka One"/>
                <a:cs typeface="Fredoka One"/>
                <a:sym typeface="Fredoka One"/>
              </a:rPr>
              <a:t>Staff </a:t>
            </a:r>
            <a:r>
              <a:rPr lang="en-GB" sz="2400">
                <a:solidFill>
                  <a:srgbClr val="FFFFFF"/>
                </a:solidFill>
                <a:latin typeface="Fredoka One"/>
                <a:ea typeface="Fredoka One"/>
                <a:cs typeface="Fredoka One"/>
                <a:sym typeface="Fredoka One"/>
              </a:rPr>
              <a:t>Chat &gt;</a:t>
            </a:r>
            <a:endParaRPr sz="2400">
              <a:solidFill>
                <a:srgbClr val="FFFFFF"/>
              </a:solidFill>
              <a:latin typeface="Fredoka One"/>
              <a:ea typeface="Fredoka One"/>
              <a:cs typeface="Fredoka One"/>
              <a:sym typeface="Fredoka One"/>
            </a:endParaRPr>
          </a:p>
        </p:txBody>
      </p:sp>
      <p:sp>
        <p:nvSpPr>
          <p:cNvPr id="1164" name="Google Shape;1164;p51"/>
          <p:cNvSpPr txBox="1"/>
          <p:nvPr/>
        </p:nvSpPr>
        <p:spPr>
          <a:xfrm>
            <a:off x="2951375" y="4225213"/>
            <a:ext cx="3898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FFFFFF"/>
                </a:solidFill>
                <a:latin typeface="Fredoka One"/>
                <a:ea typeface="Fredoka One"/>
                <a:cs typeface="Fredoka One"/>
                <a:sym typeface="Fredoka One"/>
              </a:rPr>
              <a:t>Horizon Staff</a:t>
            </a:r>
            <a:r>
              <a:rPr lang="en-GB" sz="2400">
                <a:solidFill>
                  <a:srgbClr val="FFFFFF"/>
                </a:solidFill>
                <a:latin typeface="Fredoka One"/>
                <a:ea typeface="Fredoka One"/>
                <a:cs typeface="Fredoka One"/>
                <a:sym typeface="Fredoka One"/>
              </a:rPr>
              <a:t> Chat &gt;</a:t>
            </a:r>
            <a:endParaRPr sz="2400">
              <a:solidFill>
                <a:srgbClr val="FFFFFF"/>
              </a:solidFill>
              <a:latin typeface="Fredoka One"/>
              <a:ea typeface="Fredoka One"/>
              <a:cs typeface="Fredoka One"/>
              <a:sym typeface="Fredoka One"/>
            </a:endParaRPr>
          </a:p>
        </p:txBody>
      </p:sp>
      <p:sp>
        <p:nvSpPr>
          <p:cNvPr id="1165" name="Google Shape;1165;p51"/>
          <p:cNvSpPr/>
          <p:nvPr/>
        </p:nvSpPr>
        <p:spPr>
          <a:xfrm>
            <a:off x="5719800" y="377600"/>
            <a:ext cx="2838300" cy="1653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6" name="Google Shape;1166;p51"/>
          <p:cNvSpPr txBox="1"/>
          <p:nvPr/>
        </p:nvSpPr>
        <p:spPr>
          <a:xfrm>
            <a:off x="5787150" y="472975"/>
            <a:ext cx="2770800" cy="143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Manager:</a:t>
            </a:r>
            <a:endParaRPr sz="18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0000 000 000</a:t>
            </a:r>
            <a:endParaRPr sz="18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manager@horizon.com</a:t>
            </a:r>
            <a:endParaRPr sz="1800">
              <a:solidFill>
                <a:schemeClr val="dk2"/>
              </a:solidFill>
              <a:latin typeface="Fredoka One"/>
              <a:ea typeface="Fredoka One"/>
              <a:cs typeface="Fredoka One"/>
              <a:sym typeface="Fredoka One"/>
            </a:endParaRPr>
          </a:p>
        </p:txBody>
      </p:sp>
      <p:sp>
        <p:nvSpPr>
          <p:cNvPr id="1167" name="Google Shape;1167;p51"/>
          <p:cNvSpPr/>
          <p:nvPr/>
        </p:nvSpPr>
        <p:spPr>
          <a:xfrm>
            <a:off x="2743025" y="2294700"/>
            <a:ext cx="6035700" cy="826800"/>
          </a:xfrm>
          <a:prstGeom prst="roundRect">
            <a:avLst>
              <a:gd fmla="val 29520" name="adj"/>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8" name="Google Shape;1168;p51"/>
          <p:cNvSpPr txBox="1"/>
          <p:nvPr/>
        </p:nvSpPr>
        <p:spPr>
          <a:xfrm>
            <a:off x="2980250" y="2431063"/>
            <a:ext cx="3898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FFFFFF"/>
                </a:solidFill>
                <a:latin typeface="Fredoka One"/>
                <a:ea typeface="Fredoka One"/>
                <a:cs typeface="Fredoka One"/>
                <a:sym typeface="Fredoka One"/>
              </a:rPr>
              <a:t>Edit My Availability</a:t>
            </a:r>
            <a:r>
              <a:rPr lang="en-GB" sz="2400">
                <a:solidFill>
                  <a:srgbClr val="FFFFFF"/>
                </a:solidFill>
                <a:latin typeface="Fredoka One"/>
                <a:ea typeface="Fredoka One"/>
                <a:cs typeface="Fredoka One"/>
                <a:sym typeface="Fredoka One"/>
              </a:rPr>
              <a:t>&gt;</a:t>
            </a:r>
            <a:endParaRPr sz="2400">
              <a:solidFill>
                <a:srgbClr val="FFFFFF"/>
              </a:solidFill>
              <a:latin typeface="Fredoka One"/>
              <a:ea typeface="Fredoka One"/>
              <a:cs typeface="Fredoka One"/>
              <a:sym typeface="Fredoka On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52"/>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174" name="Google Shape;1174;p52"/>
          <p:cNvSpPr/>
          <p:nvPr/>
        </p:nvSpPr>
        <p:spPr>
          <a:xfrm>
            <a:off x="304125" y="320295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75" name="Google Shape;1175;p52"/>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176" name="Google Shape;1176;p52"/>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177" name="Google Shape;1177;p52"/>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178" name="Google Shape;1178;p52"/>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179" name="Google Shape;1179;p52"/>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Workspace</a:t>
            </a:r>
            <a:endParaRPr sz="1800">
              <a:solidFill>
                <a:schemeClr val="dk1"/>
              </a:solidFill>
              <a:latin typeface="Fredoka One"/>
              <a:ea typeface="Fredoka One"/>
              <a:cs typeface="Fredoka One"/>
              <a:sym typeface="Fredoka One"/>
            </a:endParaRPr>
          </a:p>
        </p:txBody>
      </p:sp>
      <p:sp>
        <p:nvSpPr>
          <p:cNvPr id="1180" name="Google Shape;1180;p52"/>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Settings</a:t>
            </a:r>
            <a:endParaRPr sz="1800">
              <a:solidFill>
                <a:schemeClr val="lt1"/>
              </a:solidFill>
              <a:latin typeface="Fredoka One"/>
              <a:ea typeface="Fredoka One"/>
              <a:cs typeface="Fredoka One"/>
              <a:sym typeface="Fredoka One"/>
            </a:endParaRPr>
          </a:p>
        </p:txBody>
      </p:sp>
      <p:sp>
        <p:nvSpPr>
          <p:cNvPr id="1181" name="Google Shape;1181;p52"/>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182" name="Google Shape;1182;p52"/>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Workspace Page (Staff) </a:t>
            </a:r>
            <a:endParaRPr sz="3300">
              <a:solidFill>
                <a:schemeClr val="dk2"/>
              </a:solidFill>
              <a:latin typeface="Fredoka One"/>
              <a:ea typeface="Fredoka One"/>
              <a:cs typeface="Fredoka One"/>
              <a:sym typeface="Fredoka One"/>
            </a:endParaRPr>
          </a:p>
        </p:txBody>
      </p:sp>
      <p:sp>
        <p:nvSpPr>
          <p:cNvPr id="1183" name="Google Shape;1183;p52"/>
          <p:cNvSpPr txBox="1"/>
          <p:nvPr/>
        </p:nvSpPr>
        <p:spPr>
          <a:xfrm>
            <a:off x="7974200" y="49906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 Maddie Wenmohs</a:t>
            </a:r>
            <a:endParaRPr sz="500">
              <a:solidFill>
                <a:schemeClr val="dk2"/>
              </a:solidFill>
            </a:endParaRPr>
          </a:p>
        </p:txBody>
      </p:sp>
      <p:sp>
        <p:nvSpPr>
          <p:cNvPr id="1184" name="Google Shape;1184;p52"/>
          <p:cNvSpPr txBox="1"/>
          <p:nvPr/>
        </p:nvSpPr>
        <p:spPr>
          <a:xfrm>
            <a:off x="2677500" y="122600"/>
            <a:ext cx="6098400" cy="5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000">
                <a:solidFill>
                  <a:schemeClr val="dk1"/>
                </a:solidFill>
                <a:latin typeface="Fredoka One"/>
                <a:ea typeface="Fredoka One"/>
                <a:cs typeface="Fredoka One"/>
                <a:sym typeface="Fredoka One"/>
              </a:rPr>
              <a:t>My Availability</a:t>
            </a:r>
            <a:endParaRPr sz="3000">
              <a:solidFill>
                <a:schemeClr val="dk1"/>
              </a:solidFill>
              <a:latin typeface="Fredoka One"/>
              <a:ea typeface="Fredoka One"/>
              <a:cs typeface="Fredoka One"/>
              <a:sym typeface="Fredoka One"/>
            </a:endParaRPr>
          </a:p>
        </p:txBody>
      </p:sp>
      <p:graphicFrame>
        <p:nvGraphicFramePr>
          <p:cNvPr id="1185" name="Google Shape;1185;p52"/>
          <p:cNvGraphicFramePr/>
          <p:nvPr/>
        </p:nvGraphicFramePr>
        <p:xfrm>
          <a:off x="2622525" y="1418625"/>
          <a:ext cx="3000000" cy="3000000"/>
        </p:xfrm>
        <a:graphic>
          <a:graphicData uri="http://schemas.openxmlformats.org/drawingml/2006/table">
            <a:tbl>
              <a:tblPr>
                <a:noFill/>
                <a:tableStyleId>{8B86D005-5666-499A-8BB1-90F13F6949E7}</a:tableStyleId>
              </a:tblPr>
              <a:tblGrid>
                <a:gridCol w="1299650"/>
                <a:gridCol w="1624875"/>
                <a:gridCol w="974425"/>
              </a:tblGrid>
              <a:tr h="381000">
                <a:tc>
                  <a:txBody>
                    <a:bodyPr/>
                    <a:lstStyle/>
                    <a:p>
                      <a:pPr indent="0" lvl="0" marL="0" rtl="0" algn="l">
                        <a:spcBef>
                          <a:spcPts val="0"/>
                        </a:spcBef>
                        <a:spcAft>
                          <a:spcPts val="0"/>
                        </a:spcAft>
                        <a:buNone/>
                      </a:pPr>
                      <a:r>
                        <a:rPr lang="en-GB">
                          <a:latin typeface="Fredoka One"/>
                          <a:ea typeface="Fredoka One"/>
                          <a:cs typeface="Fredoka One"/>
                          <a:sym typeface="Fredoka One"/>
                        </a:rPr>
                        <a:t>Sunday</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latin typeface="Fredoka One"/>
                          <a:ea typeface="Fredoka One"/>
                          <a:cs typeface="Fredoka One"/>
                          <a:sym typeface="Fredoka One"/>
                        </a:rPr>
                        <a:t>9am-5pm</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Fredoka One"/>
                          <a:ea typeface="Fredoka One"/>
                          <a:cs typeface="Fredoka One"/>
                          <a:sym typeface="Fredoka One"/>
                        </a:rPr>
                        <a:t>Change</a:t>
                      </a:r>
                      <a:endParaRPr>
                        <a:solidFill>
                          <a:schemeClr val="lt1"/>
                        </a:solidFill>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Monday</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9am-5pm</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Fredoka One"/>
                          <a:ea typeface="Fredoka One"/>
                          <a:cs typeface="Fredoka One"/>
                          <a:sym typeface="Fredoka One"/>
                        </a:rPr>
                        <a:t>Change</a:t>
                      </a:r>
                      <a:endParaRPr>
                        <a:solidFill>
                          <a:schemeClr val="lt1"/>
                        </a:solidFill>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Tuesday</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9am-5pm</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Fredoka One"/>
                          <a:ea typeface="Fredoka One"/>
                          <a:cs typeface="Fredoka One"/>
                          <a:sym typeface="Fredoka One"/>
                        </a:rPr>
                        <a:t>Change</a:t>
                      </a:r>
                      <a:endParaRPr>
                        <a:solidFill>
                          <a:schemeClr val="lt1"/>
                        </a:solidFill>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Wednesday</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latin typeface="Fredoka One"/>
                          <a:ea typeface="Fredoka One"/>
                          <a:cs typeface="Fredoka One"/>
                          <a:sym typeface="Fredoka One"/>
                        </a:rPr>
                        <a:t>Not Available</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Fredoka One"/>
                          <a:ea typeface="Fredoka One"/>
                          <a:cs typeface="Fredoka One"/>
                          <a:sym typeface="Fredoka One"/>
                        </a:rPr>
                        <a:t>Change</a:t>
                      </a:r>
                      <a:endParaRPr>
                        <a:solidFill>
                          <a:schemeClr val="lt1"/>
                        </a:solidFill>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Thursday</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9am-5pm</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Fredoka One"/>
                          <a:ea typeface="Fredoka One"/>
                          <a:cs typeface="Fredoka One"/>
                          <a:sym typeface="Fredoka One"/>
                        </a:rPr>
                        <a:t>Change</a:t>
                      </a:r>
                      <a:endParaRPr>
                        <a:solidFill>
                          <a:schemeClr val="lt1"/>
                        </a:solidFill>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Friday</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Fredoka One"/>
                          <a:ea typeface="Fredoka One"/>
                          <a:cs typeface="Fredoka One"/>
                          <a:sym typeface="Fredoka One"/>
                        </a:rPr>
                        <a:t>9am-5pm</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Fredoka One"/>
                          <a:ea typeface="Fredoka One"/>
                          <a:cs typeface="Fredoka One"/>
                          <a:sym typeface="Fredoka One"/>
                        </a:rPr>
                        <a:t>Change</a:t>
                      </a:r>
                      <a:endParaRPr>
                        <a:solidFill>
                          <a:schemeClr val="lt1"/>
                        </a:solidFill>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7B7B7"/>
                    </a:solidFill>
                  </a:tcPr>
                </a:tc>
              </a:tr>
              <a:tr h="381000">
                <a:tc>
                  <a:txBody>
                    <a:bodyPr/>
                    <a:lstStyle/>
                    <a:p>
                      <a:pPr indent="0" lvl="0" marL="0" rtl="0" algn="l">
                        <a:spcBef>
                          <a:spcPts val="0"/>
                        </a:spcBef>
                        <a:spcAft>
                          <a:spcPts val="0"/>
                        </a:spcAft>
                        <a:buNone/>
                      </a:pPr>
                      <a:r>
                        <a:rPr lang="en-GB">
                          <a:latin typeface="Fredoka One"/>
                          <a:ea typeface="Fredoka One"/>
                          <a:cs typeface="Fredoka One"/>
                          <a:sym typeface="Fredoka One"/>
                        </a:rPr>
                        <a:t>Saturday</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latin typeface="Fredoka One"/>
                          <a:ea typeface="Fredoka One"/>
                          <a:cs typeface="Fredoka One"/>
                          <a:sym typeface="Fredoka One"/>
                        </a:rPr>
                        <a:t>Not Available</a:t>
                      </a:r>
                      <a:endParaRPr>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Fredoka One"/>
                          <a:ea typeface="Fredoka One"/>
                          <a:cs typeface="Fredoka One"/>
                          <a:sym typeface="Fredoka One"/>
                        </a:rPr>
                        <a:t>Change</a:t>
                      </a:r>
                      <a:endParaRPr>
                        <a:solidFill>
                          <a:schemeClr val="lt1"/>
                        </a:solidFill>
                        <a:latin typeface="Fredoka One"/>
                        <a:ea typeface="Fredoka One"/>
                        <a:cs typeface="Fredoka One"/>
                        <a:sym typeface="Fredoka One"/>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rgbClr val="B7B7B7"/>
                    </a:solidFill>
                  </a:tcPr>
                </a:tc>
              </a:tr>
            </a:tbl>
          </a:graphicData>
        </a:graphic>
      </p:graphicFrame>
      <p:sp>
        <p:nvSpPr>
          <p:cNvPr id="1186" name="Google Shape;1186;p52"/>
          <p:cNvSpPr txBox="1"/>
          <p:nvPr/>
        </p:nvSpPr>
        <p:spPr>
          <a:xfrm>
            <a:off x="2622525" y="1021125"/>
            <a:ext cx="3899100" cy="39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Fredoka One"/>
                <a:ea typeface="Fredoka One"/>
                <a:cs typeface="Fredoka One"/>
                <a:sym typeface="Fredoka One"/>
              </a:rPr>
              <a:t>Regular Availability</a:t>
            </a:r>
            <a:endParaRPr sz="1800">
              <a:solidFill>
                <a:schemeClr val="dk1"/>
              </a:solidFill>
              <a:latin typeface="Fredoka One"/>
              <a:ea typeface="Fredoka One"/>
              <a:cs typeface="Fredoka One"/>
              <a:sym typeface="Fredoka One"/>
            </a:endParaRPr>
          </a:p>
        </p:txBody>
      </p:sp>
      <p:sp>
        <p:nvSpPr>
          <p:cNvPr id="1187" name="Google Shape;1187;p52"/>
          <p:cNvSpPr txBox="1"/>
          <p:nvPr/>
        </p:nvSpPr>
        <p:spPr>
          <a:xfrm>
            <a:off x="6767775" y="1418625"/>
            <a:ext cx="2061300" cy="27735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Unavailable On:</a:t>
            </a:r>
            <a:endParaRPr sz="18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08/03/24</a:t>
            </a:r>
            <a:endParaRPr sz="18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21/02/24</a:t>
            </a:r>
            <a:endParaRPr sz="1800">
              <a:solidFill>
                <a:schemeClr val="dk2"/>
              </a:solidFill>
              <a:latin typeface="Fredoka One"/>
              <a:ea typeface="Fredoka One"/>
              <a:cs typeface="Fredoka One"/>
              <a:sym typeface="Fredoka One"/>
            </a:endParaRPr>
          </a:p>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22/02/24</a:t>
            </a:r>
            <a:endParaRPr sz="1800">
              <a:solidFill>
                <a:schemeClr val="dk2"/>
              </a:solidFill>
              <a:latin typeface="Fredoka One"/>
              <a:ea typeface="Fredoka One"/>
              <a:cs typeface="Fredoka One"/>
              <a:sym typeface="Fredoka One"/>
            </a:endParaRPr>
          </a:p>
          <a:p>
            <a:pPr indent="0" lvl="0" marL="0" rtl="0" algn="l">
              <a:spcBef>
                <a:spcPts val="0"/>
              </a:spcBef>
              <a:spcAft>
                <a:spcPts val="0"/>
              </a:spcAft>
              <a:buNone/>
            </a:pPr>
            <a:r>
              <a:t/>
            </a:r>
            <a:endParaRPr sz="500" u="sng">
              <a:solidFill>
                <a:schemeClr val="dk2"/>
              </a:solidFill>
              <a:latin typeface="Fredoka One"/>
              <a:ea typeface="Fredoka One"/>
              <a:cs typeface="Fredoka One"/>
              <a:sym typeface="Fredoka One"/>
            </a:endParaRPr>
          </a:p>
        </p:txBody>
      </p:sp>
      <p:sp>
        <p:nvSpPr>
          <p:cNvPr id="1188" name="Google Shape;1188;p52"/>
          <p:cNvSpPr txBox="1"/>
          <p:nvPr/>
        </p:nvSpPr>
        <p:spPr>
          <a:xfrm>
            <a:off x="6767775" y="1021125"/>
            <a:ext cx="2061300" cy="39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Fredoka One"/>
                <a:ea typeface="Fredoka One"/>
                <a:cs typeface="Fredoka One"/>
                <a:sym typeface="Fredoka One"/>
              </a:rPr>
              <a:t>Specific Dates</a:t>
            </a:r>
            <a:endParaRPr sz="1800">
              <a:solidFill>
                <a:schemeClr val="dk1"/>
              </a:solidFill>
              <a:latin typeface="Fredoka One"/>
              <a:ea typeface="Fredoka One"/>
              <a:cs typeface="Fredoka One"/>
              <a:sym typeface="Fredoka One"/>
            </a:endParaRPr>
          </a:p>
        </p:txBody>
      </p:sp>
      <p:sp>
        <p:nvSpPr>
          <p:cNvPr id="1189" name="Google Shape;1189;p52"/>
          <p:cNvSpPr/>
          <p:nvPr/>
        </p:nvSpPr>
        <p:spPr>
          <a:xfrm>
            <a:off x="6852975" y="3799975"/>
            <a:ext cx="1022700" cy="342900"/>
          </a:xfrm>
          <a:prstGeom prst="roundRect">
            <a:avLst>
              <a:gd fmla="val 16667" name="adj"/>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0" name="Google Shape;1190;p52"/>
          <p:cNvSpPr txBox="1"/>
          <p:nvPr/>
        </p:nvSpPr>
        <p:spPr>
          <a:xfrm>
            <a:off x="6852975" y="3740575"/>
            <a:ext cx="206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Change</a:t>
            </a:r>
            <a:endParaRPr>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53"/>
          <p:cNvSpPr/>
          <p:nvPr/>
        </p:nvSpPr>
        <p:spPr>
          <a:xfrm>
            <a:off x="3850" y="0"/>
            <a:ext cx="2455500" cy="514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999999"/>
              </a:solidFill>
            </a:endParaRPr>
          </a:p>
        </p:txBody>
      </p:sp>
      <p:sp>
        <p:nvSpPr>
          <p:cNvPr id="1196" name="Google Shape;1196;p53"/>
          <p:cNvSpPr/>
          <p:nvPr/>
        </p:nvSpPr>
        <p:spPr>
          <a:xfrm>
            <a:off x="299675" y="3744800"/>
            <a:ext cx="1250100" cy="488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97" name="Google Shape;1197;p53"/>
          <p:cNvSpPr txBox="1"/>
          <p:nvPr/>
        </p:nvSpPr>
        <p:spPr>
          <a:xfrm>
            <a:off x="243525" y="1058925"/>
            <a:ext cx="19170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Reminders</a:t>
            </a:r>
            <a:endParaRPr sz="1800">
              <a:solidFill>
                <a:schemeClr val="lt1"/>
              </a:solidFill>
              <a:latin typeface="Fredoka One"/>
              <a:ea typeface="Fredoka One"/>
              <a:cs typeface="Fredoka One"/>
              <a:sym typeface="Fredoka One"/>
            </a:endParaRPr>
          </a:p>
        </p:txBody>
      </p:sp>
      <p:sp>
        <p:nvSpPr>
          <p:cNvPr id="1198" name="Google Shape;1198;p53"/>
          <p:cNvSpPr txBox="1"/>
          <p:nvPr/>
        </p:nvSpPr>
        <p:spPr>
          <a:xfrm>
            <a:off x="243525" y="1627645"/>
            <a:ext cx="19170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Calendar</a:t>
            </a:r>
            <a:endParaRPr sz="1800">
              <a:solidFill>
                <a:schemeClr val="lt1"/>
              </a:solidFill>
              <a:latin typeface="Fredoka One"/>
              <a:ea typeface="Fredoka One"/>
              <a:cs typeface="Fredoka One"/>
              <a:sym typeface="Fredoka One"/>
            </a:endParaRPr>
          </a:p>
        </p:txBody>
      </p:sp>
      <p:sp>
        <p:nvSpPr>
          <p:cNvPr id="1199" name="Google Shape;1199;p53"/>
          <p:cNvSpPr txBox="1"/>
          <p:nvPr/>
        </p:nvSpPr>
        <p:spPr>
          <a:xfrm>
            <a:off x="279225" y="214950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Health</a:t>
            </a:r>
            <a:endParaRPr sz="1800">
              <a:solidFill>
                <a:schemeClr val="lt1"/>
              </a:solidFill>
              <a:latin typeface="Fredoka One"/>
              <a:ea typeface="Fredoka One"/>
              <a:cs typeface="Fredoka One"/>
              <a:sym typeface="Fredoka One"/>
            </a:endParaRPr>
          </a:p>
        </p:txBody>
      </p:sp>
      <p:sp>
        <p:nvSpPr>
          <p:cNvPr id="1200" name="Google Shape;1200;p53"/>
          <p:cNvSpPr txBox="1"/>
          <p:nvPr/>
        </p:nvSpPr>
        <p:spPr>
          <a:xfrm>
            <a:off x="243525" y="270175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Contacts</a:t>
            </a:r>
            <a:endParaRPr sz="1800">
              <a:solidFill>
                <a:schemeClr val="lt1"/>
              </a:solidFill>
              <a:latin typeface="Fredoka One"/>
              <a:ea typeface="Fredoka One"/>
              <a:cs typeface="Fredoka One"/>
              <a:sym typeface="Fredoka One"/>
            </a:endParaRPr>
          </a:p>
        </p:txBody>
      </p:sp>
      <p:sp>
        <p:nvSpPr>
          <p:cNvPr id="1201" name="Google Shape;1201;p53"/>
          <p:cNvSpPr txBox="1"/>
          <p:nvPr/>
        </p:nvSpPr>
        <p:spPr>
          <a:xfrm>
            <a:off x="243525" y="3223270"/>
            <a:ext cx="1917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FFFFFF"/>
                </a:solidFill>
                <a:latin typeface="Fredoka One"/>
                <a:ea typeface="Fredoka One"/>
                <a:cs typeface="Fredoka One"/>
                <a:sym typeface="Fredoka One"/>
              </a:rPr>
              <a:t>Workspace</a:t>
            </a:r>
            <a:endParaRPr sz="1800">
              <a:solidFill>
                <a:srgbClr val="FFFFFF"/>
              </a:solidFill>
              <a:latin typeface="Fredoka One"/>
              <a:ea typeface="Fredoka One"/>
              <a:cs typeface="Fredoka One"/>
              <a:sym typeface="Fredoka One"/>
            </a:endParaRPr>
          </a:p>
        </p:txBody>
      </p:sp>
      <p:sp>
        <p:nvSpPr>
          <p:cNvPr id="1202" name="Google Shape;1202;p53"/>
          <p:cNvSpPr txBox="1"/>
          <p:nvPr/>
        </p:nvSpPr>
        <p:spPr>
          <a:xfrm>
            <a:off x="243525" y="3744800"/>
            <a:ext cx="19170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sp>
        <p:nvSpPr>
          <p:cNvPr id="1203" name="Google Shape;1203;p53"/>
          <p:cNvSpPr txBox="1"/>
          <p:nvPr/>
        </p:nvSpPr>
        <p:spPr>
          <a:xfrm>
            <a:off x="279225" y="530000"/>
            <a:ext cx="18456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Fredoka One"/>
                <a:ea typeface="Fredoka One"/>
                <a:cs typeface="Fredoka One"/>
                <a:sym typeface="Fredoka One"/>
              </a:rPr>
              <a:t>Home</a:t>
            </a:r>
            <a:endParaRPr sz="1800">
              <a:solidFill>
                <a:schemeClr val="lt1"/>
              </a:solidFill>
              <a:latin typeface="Fredoka One"/>
              <a:ea typeface="Fredoka One"/>
              <a:cs typeface="Fredoka One"/>
              <a:sym typeface="Fredoka One"/>
            </a:endParaRPr>
          </a:p>
        </p:txBody>
      </p:sp>
      <p:sp>
        <p:nvSpPr>
          <p:cNvPr id="1204" name="Google Shape;1204;p53"/>
          <p:cNvSpPr txBox="1"/>
          <p:nvPr/>
        </p:nvSpPr>
        <p:spPr>
          <a:xfrm>
            <a:off x="0" y="-1080025"/>
            <a:ext cx="6632100" cy="9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300">
                <a:solidFill>
                  <a:schemeClr val="dk2"/>
                </a:solidFill>
                <a:latin typeface="Fredoka One"/>
                <a:ea typeface="Fredoka One"/>
                <a:cs typeface="Fredoka One"/>
                <a:sym typeface="Fredoka One"/>
              </a:rPr>
              <a:t>Workspace Page (Staff) </a:t>
            </a:r>
            <a:endParaRPr sz="3300">
              <a:solidFill>
                <a:schemeClr val="dk2"/>
              </a:solidFill>
              <a:latin typeface="Fredoka One"/>
              <a:ea typeface="Fredoka One"/>
              <a:cs typeface="Fredoka One"/>
              <a:sym typeface="Fredoka One"/>
            </a:endParaRPr>
          </a:p>
        </p:txBody>
      </p:sp>
      <p:sp>
        <p:nvSpPr>
          <p:cNvPr id="1205" name="Google Shape;1205;p53"/>
          <p:cNvSpPr/>
          <p:nvPr/>
        </p:nvSpPr>
        <p:spPr>
          <a:xfrm>
            <a:off x="2735200" y="4396625"/>
            <a:ext cx="947484" cy="312282"/>
          </a:xfrm>
          <a:prstGeom prst="flowChartTerminator">
            <a:avLst/>
          </a:prstGeom>
          <a:solidFill>
            <a:srgbClr val="43434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latin typeface="Fredoka One"/>
                <a:ea typeface="Fredoka One"/>
                <a:cs typeface="Fredoka One"/>
                <a:sym typeface="Fredoka One"/>
              </a:rPr>
              <a:t>Switch</a:t>
            </a:r>
            <a:endParaRPr>
              <a:solidFill>
                <a:schemeClr val="lt1"/>
              </a:solidFill>
              <a:latin typeface="Fredoka One"/>
              <a:ea typeface="Fredoka One"/>
              <a:cs typeface="Fredoka One"/>
              <a:sym typeface="Fredoka One"/>
            </a:endParaRPr>
          </a:p>
        </p:txBody>
      </p:sp>
      <p:sp>
        <p:nvSpPr>
          <p:cNvPr id="1206" name="Google Shape;1206;p53"/>
          <p:cNvSpPr/>
          <p:nvPr/>
        </p:nvSpPr>
        <p:spPr>
          <a:xfrm>
            <a:off x="3925388" y="3746975"/>
            <a:ext cx="240600" cy="228900"/>
          </a:xfrm>
          <a:prstGeom prst="rect">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7" name="Google Shape;1207;p53"/>
          <p:cNvSpPr/>
          <p:nvPr/>
        </p:nvSpPr>
        <p:spPr>
          <a:xfrm>
            <a:off x="3684788" y="3746975"/>
            <a:ext cx="240600" cy="228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8" name="Google Shape;1208;p53"/>
          <p:cNvSpPr/>
          <p:nvPr/>
        </p:nvSpPr>
        <p:spPr>
          <a:xfrm>
            <a:off x="3684788" y="374697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9" name="Google Shape;1209;p53"/>
          <p:cNvSpPr/>
          <p:nvPr/>
        </p:nvSpPr>
        <p:spPr>
          <a:xfrm>
            <a:off x="3684788" y="4071800"/>
            <a:ext cx="240600" cy="228900"/>
          </a:xfrm>
          <a:prstGeom prst="rect">
            <a:avLst/>
          </a:prstGeom>
          <a:solidFill>
            <a:srgbClr val="93C4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0" name="Google Shape;1210;p53"/>
          <p:cNvSpPr/>
          <p:nvPr/>
        </p:nvSpPr>
        <p:spPr>
          <a:xfrm>
            <a:off x="3925388" y="4071800"/>
            <a:ext cx="240600" cy="2289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1" name="Google Shape;1211;p53"/>
          <p:cNvSpPr/>
          <p:nvPr/>
        </p:nvSpPr>
        <p:spPr>
          <a:xfrm>
            <a:off x="3005013" y="3428725"/>
            <a:ext cx="240600" cy="22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2" name="Google Shape;1212;p53"/>
          <p:cNvSpPr/>
          <p:nvPr/>
        </p:nvSpPr>
        <p:spPr>
          <a:xfrm>
            <a:off x="2764413" y="3428725"/>
            <a:ext cx="240600" cy="22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3" name="Google Shape;1213;p53"/>
          <p:cNvSpPr/>
          <p:nvPr/>
        </p:nvSpPr>
        <p:spPr>
          <a:xfrm>
            <a:off x="2764413" y="342872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4" name="Google Shape;1214;p53"/>
          <p:cNvSpPr/>
          <p:nvPr/>
        </p:nvSpPr>
        <p:spPr>
          <a:xfrm>
            <a:off x="3684788" y="4071800"/>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5" name="Google Shape;1215;p53"/>
          <p:cNvSpPr txBox="1"/>
          <p:nvPr/>
        </p:nvSpPr>
        <p:spPr>
          <a:xfrm>
            <a:off x="2680725" y="416463"/>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Language Options:</a:t>
            </a:r>
            <a:endParaRPr>
              <a:solidFill>
                <a:schemeClr val="dk1"/>
              </a:solidFill>
              <a:latin typeface="Fredoka One"/>
              <a:ea typeface="Fredoka One"/>
              <a:cs typeface="Fredoka One"/>
              <a:sym typeface="Fredoka One"/>
            </a:endParaRPr>
          </a:p>
        </p:txBody>
      </p:sp>
      <p:sp>
        <p:nvSpPr>
          <p:cNvPr id="1216" name="Google Shape;1216;p53"/>
          <p:cNvSpPr/>
          <p:nvPr/>
        </p:nvSpPr>
        <p:spPr>
          <a:xfrm>
            <a:off x="2753675" y="792050"/>
            <a:ext cx="21948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English                           ↓</a:t>
            </a:r>
            <a:endParaRPr>
              <a:solidFill>
                <a:schemeClr val="dk1"/>
              </a:solidFill>
              <a:latin typeface="Fredoka One"/>
              <a:ea typeface="Fredoka One"/>
              <a:cs typeface="Fredoka One"/>
              <a:sym typeface="Fredoka One"/>
            </a:endParaRPr>
          </a:p>
        </p:txBody>
      </p:sp>
      <p:sp>
        <p:nvSpPr>
          <p:cNvPr id="1217" name="Google Shape;1217;p53"/>
          <p:cNvSpPr txBox="1"/>
          <p:nvPr/>
        </p:nvSpPr>
        <p:spPr>
          <a:xfrm>
            <a:off x="4936450" y="141675"/>
            <a:ext cx="1917000" cy="2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Settings:</a:t>
            </a:r>
            <a:endParaRPr sz="1800">
              <a:solidFill>
                <a:schemeClr val="dk1"/>
              </a:solidFill>
              <a:latin typeface="Fredoka One"/>
              <a:ea typeface="Fredoka One"/>
              <a:cs typeface="Fredoka One"/>
              <a:sym typeface="Fredoka One"/>
            </a:endParaRPr>
          </a:p>
        </p:txBody>
      </p:sp>
      <p:sp>
        <p:nvSpPr>
          <p:cNvPr id="1218" name="Google Shape;1218;p53"/>
          <p:cNvSpPr txBox="1"/>
          <p:nvPr/>
        </p:nvSpPr>
        <p:spPr>
          <a:xfrm>
            <a:off x="2680725" y="1125388"/>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Font Size:</a:t>
            </a:r>
            <a:endParaRPr>
              <a:solidFill>
                <a:schemeClr val="dk1"/>
              </a:solidFill>
              <a:latin typeface="Fredoka One"/>
              <a:ea typeface="Fredoka One"/>
              <a:cs typeface="Fredoka One"/>
              <a:sym typeface="Fredoka One"/>
            </a:endParaRPr>
          </a:p>
        </p:txBody>
      </p:sp>
      <p:grpSp>
        <p:nvGrpSpPr>
          <p:cNvPr id="1219" name="Google Shape;1219;p53"/>
          <p:cNvGrpSpPr/>
          <p:nvPr/>
        </p:nvGrpSpPr>
        <p:grpSpPr>
          <a:xfrm>
            <a:off x="2735200" y="1311588"/>
            <a:ext cx="1340250" cy="359700"/>
            <a:chOff x="2953150" y="1703000"/>
            <a:chExt cx="1340250" cy="359700"/>
          </a:xfrm>
        </p:grpSpPr>
        <p:sp>
          <p:nvSpPr>
            <p:cNvPr id="1220" name="Google Shape;1220;p53"/>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12</a:t>
              </a:r>
              <a:endParaRPr>
                <a:solidFill>
                  <a:schemeClr val="dk1"/>
                </a:solidFill>
                <a:latin typeface="Fredoka One"/>
                <a:ea typeface="Fredoka One"/>
                <a:cs typeface="Fredoka One"/>
                <a:sym typeface="Fredoka One"/>
              </a:endParaRPr>
            </a:p>
          </p:txBody>
        </p:sp>
        <p:sp>
          <p:nvSpPr>
            <p:cNvPr id="1221" name="Google Shape;1221;p53"/>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1222" name="Google Shape;1222;p53"/>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1223" name="Google Shape;1223;p53"/>
          <p:cNvSpPr txBox="1"/>
          <p:nvPr/>
        </p:nvSpPr>
        <p:spPr>
          <a:xfrm>
            <a:off x="2680725" y="1614513"/>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Brightness:</a:t>
            </a:r>
            <a:endParaRPr>
              <a:solidFill>
                <a:schemeClr val="dk1"/>
              </a:solidFill>
              <a:latin typeface="Fredoka One"/>
              <a:ea typeface="Fredoka One"/>
              <a:cs typeface="Fredoka One"/>
              <a:sym typeface="Fredoka One"/>
            </a:endParaRPr>
          </a:p>
        </p:txBody>
      </p:sp>
      <p:grpSp>
        <p:nvGrpSpPr>
          <p:cNvPr id="1224" name="Google Shape;1224;p53"/>
          <p:cNvGrpSpPr/>
          <p:nvPr/>
        </p:nvGrpSpPr>
        <p:grpSpPr>
          <a:xfrm>
            <a:off x="2735200" y="1862313"/>
            <a:ext cx="1340250" cy="359700"/>
            <a:chOff x="2953150" y="1703000"/>
            <a:chExt cx="1340250" cy="359700"/>
          </a:xfrm>
        </p:grpSpPr>
        <p:sp>
          <p:nvSpPr>
            <p:cNvPr id="1225" name="Google Shape;1225;p53"/>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1226" name="Google Shape;1226;p53"/>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1227" name="Google Shape;1227;p53"/>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1228" name="Google Shape;1228;p53"/>
          <p:cNvSpPr txBox="1"/>
          <p:nvPr/>
        </p:nvSpPr>
        <p:spPr>
          <a:xfrm>
            <a:off x="7496525" y="4914425"/>
            <a:ext cx="34467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500">
                <a:solidFill>
                  <a:schemeClr val="dk2"/>
                </a:solidFill>
              </a:rPr>
              <a:t>Design Creator/s: :Ziggy Ward and Maddie Wenmohs</a:t>
            </a:r>
            <a:endParaRPr sz="500">
              <a:solidFill>
                <a:schemeClr val="dk2"/>
              </a:solidFill>
            </a:endParaRPr>
          </a:p>
        </p:txBody>
      </p:sp>
      <p:sp>
        <p:nvSpPr>
          <p:cNvPr id="1229" name="Google Shape;1229;p53"/>
          <p:cNvSpPr txBox="1"/>
          <p:nvPr/>
        </p:nvSpPr>
        <p:spPr>
          <a:xfrm>
            <a:off x="2680725" y="2206225"/>
            <a:ext cx="23103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Saturation:</a:t>
            </a:r>
            <a:endParaRPr>
              <a:solidFill>
                <a:schemeClr val="dk1"/>
              </a:solidFill>
              <a:latin typeface="Fredoka One"/>
              <a:ea typeface="Fredoka One"/>
              <a:cs typeface="Fredoka One"/>
              <a:sym typeface="Fredoka One"/>
            </a:endParaRPr>
          </a:p>
        </p:txBody>
      </p:sp>
      <p:grpSp>
        <p:nvGrpSpPr>
          <p:cNvPr id="1230" name="Google Shape;1230;p53"/>
          <p:cNvGrpSpPr/>
          <p:nvPr/>
        </p:nvGrpSpPr>
        <p:grpSpPr>
          <a:xfrm>
            <a:off x="2735200" y="2454025"/>
            <a:ext cx="1340250" cy="359700"/>
            <a:chOff x="2953150" y="1703000"/>
            <a:chExt cx="1340250" cy="359700"/>
          </a:xfrm>
        </p:grpSpPr>
        <p:sp>
          <p:nvSpPr>
            <p:cNvPr id="1231" name="Google Shape;1231;p53"/>
            <p:cNvSpPr/>
            <p:nvPr/>
          </p:nvSpPr>
          <p:spPr>
            <a:xfrm>
              <a:off x="3203800" y="1833800"/>
              <a:ext cx="741000" cy="228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Fredoka One"/>
                  <a:ea typeface="Fredoka One"/>
                  <a:cs typeface="Fredoka One"/>
                  <a:sym typeface="Fredoka One"/>
                </a:rPr>
                <a:t>6.5</a:t>
              </a:r>
              <a:endParaRPr>
                <a:solidFill>
                  <a:schemeClr val="dk1"/>
                </a:solidFill>
                <a:latin typeface="Fredoka One"/>
                <a:ea typeface="Fredoka One"/>
                <a:cs typeface="Fredoka One"/>
                <a:sym typeface="Fredoka One"/>
              </a:endParaRPr>
            </a:p>
          </p:txBody>
        </p:sp>
        <p:sp>
          <p:nvSpPr>
            <p:cNvPr id="1232" name="Google Shape;1232;p53"/>
            <p:cNvSpPr txBox="1"/>
            <p:nvPr/>
          </p:nvSpPr>
          <p:spPr>
            <a:xfrm>
              <a:off x="295315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sp>
          <p:nvSpPr>
            <p:cNvPr id="1233" name="Google Shape;1233;p53"/>
            <p:cNvSpPr txBox="1"/>
            <p:nvPr/>
          </p:nvSpPr>
          <p:spPr>
            <a:xfrm>
              <a:off x="3944800" y="1703000"/>
              <a:ext cx="3486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Fredoka One"/>
                  <a:ea typeface="Fredoka One"/>
                  <a:cs typeface="Fredoka One"/>
                  <a:sym typeface="Fredoka One"/>
                </a:rPr>
                <a:t>+</a:t>
              </a:r>
              <a:endParaRPr sz="1800">
                <a:solidFill>
                  <a:schemeClr val="dk1"/>
                </a:solidFill>
                <a:latin typeface="Fredoka One"/>
                <a:ea typeface="Fredoka One"/>
                <a:cs typeface="Fredoka One"/>
                <a:sym typeface="Fredoka One"/>
              </a:endParaRPr>
            </a:p>
          </p:txBody>
        </p:sp>
      </p:grpSp>
      <p:sp>
        <p:nvSpPr>
          <p:cNvPr id="1234" name="Google Shape;1234;p53"/>
          <p:cNvSpPr txBox="1"/>
          <p:nvPr/>
        </p:nvSpPr>
        <p:spPr>
          <a:xfrm>
            <a:off x="2695925" y="3026550"/>
            <a:ext cx="231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Colour Schemes:</a:t>
            </a:r>
            <a:endParaRPr>
              <a:solidFill>
                <a:schemeClr val="dk1"/>
              </a:solidFill>
              <a:latin typeface="Fredoka One"/>
              <a:ea typeface="Fredoka One"/>
              <a:cs typeface="Fredoka One"/>
              <a:sym typeface="Fredoka One"/>
            </a:endParaRPr>
          </a:p>
        </p:txBody>
      </p:sp>
      <p:sp>
        <p:nvSpPr>
          <p:cNvPr id="1235" name="Google Shape;1235;p53"/>
          <p:cNvSpPr/>
          <p:nvPr/>
        </p:nvSpPr>
        <p:spPr>
          <a:xfrm>
            <a:off x="2764413" y="3746975"/>
            <a:ext cx="240600" cy="228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6" name="Google Shape;1236;p53"/>
          <p:cNvSpPr/>
          <p:nvPr/>
        </p:nvSpPr>
        <p:spPr>
          <a:xfrm>
            <a:off x="3684788" y="3422150"/>
            <a:ext cx="240600" cy="228900"/>
          </a:xfrm>
          <a:prstGeom prst="rect">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7" name="Google Shape;1237;p53"/>
          <p:cNvSpPr/>
          <p:nvPr/>
        </p:nvSpPr>
        <p:spPr>
          <a:xfrm>
            <a:off x="3925388" y="3422150"/>
            <a:ext cx="240600" cy="228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8" name="Google Shape;1238;p53"/>
          <p:cNvSpPr/>
          <p:nvPr/>
        </p:nvSpPr>
        <p:spPr>
          <a:xfrm>
            <a:off x="3684788" y="3422150"/>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9" name="Google Shape;1239;p53"/>
          <p:cNvSpPr/>
          <p:nvPr/>
        </p:nvSpPr>
        <p:spPr>
          <a:xfrm>
            <a:off x="2764413" y="4098225"/>
            <a:ext cx="240600" cy="228900"/>
          </a:xfrm>
          <a:prstGeom prst="rect">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0" name="Google Shape;1240;p53"/>
          <p:cNvSpPr/>
          <p:nvPr/>
        </p:nvSpPr>
        <p:spPr>
          <a:xfrm>
            <a:off x="2764413" y="374697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1" name="Google Shape;1241;p53"/>
          <p:cNvSpPr/>
          <p:nvPr/>
        </p:nvSpPr>
        <p:spPr>
          <a:xfrm>
            <a:off x="2764413" y="4098225"/>
            <a:ext cx="481200" cy="228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42" name="Google Shape;1242;p53"/>
          <p:cNvGrpSpPr/>
          <p:nvPr/>
        </p:nvGrpSpPr>
        <p:grpSpPr>
          <a:xfrm>
            <a:off x="3338288" y="3367238"/>
            <a:ext cx="247850" cy="261650"/>
            <a:chOff x="4700625" y="3744800"/>
            <a:chExt cx="247850" cy="261650"/>
          </a:xfrm>
        </p:grpSpPr>
        <p:sp>
          <p:nvSpPr>
            <p:cNvPr id="1243" name="Google Shape;1243;p53"/>
            <p:cNvSpPr/>
            <p:nvPr/>
          </p:nvSpPr>
          <p:spPr>
            <a:xfrm>
              <a:off x="4700625" y="3827350"/>
              <a:ext cx="183600" cy="179100"/>
            </a:xfrm>
            <a:prstGeom prst="rect">
              <a:avLst/>
            </a:prstGeom>
            <a:solidFill>
              <a:srgbClr val="B7B7B7"/>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44" name="Google Shape;1244;p53"/>
            <p:cNvGrpSpPr/>
            <p:nvPr/>
          </p:nvGrpSpPr>
          <p:grpSpPr>
            <a:xfrm>
              <a:off x="4714338" y="3744800"/>
              <a:ext cx="234137" cy="221872"/>
              <a:chOff x="5142600" y="2456316"/>
              <a:chExt cx="288239" cy="296700"/>
            </a:xfrm>
          </p:grpSpPr>
          <p:cxnSp>
            <p:nvCxnSpPr>
              <p:cNvPr id="1245" name="Google Shape;1245;p53"/>
              <p:cNvCxnSpPr/>
              <p:nvPr/>
            </p:nvCxnSpPr>
            <p:spPr>
              <a:xfrm>
                <a:off x="5142600" y="2659975"/>
                <a:ext cx="121200" cy="86700"/>
              </a:xfrm>
              <a:prstGeom prst="straightConnector1">
                <a:avLst/>
              </a:prstGeom>
              <a:noFill/>
              <a:ln cap="flat" cmpd="sng" w="38100">
                <a:solidFill>
                  <a:schemeClr val="dk1"/>
                </a:solidFill>
                <a:prstDash val="solid"/>
                <a:round/>
                <a:headEnd len="med" w="med" type="none"/>
                <a:tailEnd len="med" w="med" type="none"/>
              </a:ln>
            </p:spPr>
          </p:cxnSp>
          <p:cxnSp>
            <p:nvCxnSpPr>
              <p:cNvPr id="1246" name="Google Shape;1246;p53"/>
              <p:cNvCxnSpPr/>
              <p:nvPr/>
            </p:nvCxnSpPr>
            <p:spPr>
              <a:xfrm flipH="1" rot="10800000">
                <a:off x="5242439" y="2456316"/>
                <a:ext cx="188400" cy="296700"/>
              </a:xfrm>
              <a:prstGeom prst="straightConnector1">
                <a:avLst/>
              </a:prstGeom>
              <a:noFill/>
              <a:ln cap="flat" cmpd="sng" w="38100">
                <a:solidFill>
                  <a:schemeClr val="dk1"/>
                </a:solidFill>
                <a:prstDash val="solid"/>
                <a:round/>
                <a:headEnd len="med" w="med" type="none"/>
                <a:tailEnd len="med" w="med" type="none"/>
              </a:ln>
            </p:spPr>
          </p:cxnSp>
        </p:grpSp>
      </p:grpSp>
      <p:sp>
        <p:nvSpPr>
          <p:cNvPr id="1247" name="Google Shape;1247;p53"/>
          <p:cNvSpPr/>
          <p:nvPr/>
        </p:nvSpPr>
        <p:spPr>
          <a:xfrm>
            <a:off x="3336638" y="3768575"/>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8" name="Google Shape;1248;p53"/>
          <p:cNvSpPr/>
          <p:nvPr/>
        </p:nvSpPr>
        <p:spPr>
          <a:xfrm>
            <a:off x="3336638" y="412965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9" name="Google Shape;1249;p53"/>
          <p:cNvSpPr/>
          <p:nvPr/>
        </p:nvSpPr>
        <p:spPr>
          <a:xfrm>
            <a:off x="4269313" y="343450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0" name="Google Shape;1250;p53"/>
          <p:cNvSpPr/>
          <p:nvPr/>
        </p:nvSpPr>
        <p:spPr>
          <a:xfrm>
            <a:off x="4269313" y="3768575"/>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1" name="Google Shape;1251;p53"/>
          <p:cNvSpPr/>
          <p:nvPr/>
        </p:nvSpPr>
        <p:spPr>
          <a:xfrm>
            <a:off x="4269313" y="4125950"/>
            <a:ext cx="183600" cy="185700"/>
          </a:xfrm>
          <a:prstGeom prst="rect">
            <a:avLst/>
          </a:prstGeom>
          <a:solidFill>
            <a:schemeClr val="lt1"/>
          </a:solidFill>
          <a:ln cap="flat" cmpd="sng" w="3810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2" name="Google Shape;1252;p53"/>
          <p:cNvSpPr txBox="1"/>
          <p:nvPr/>
        </p:nvSpPr>
        <p:spPr>
          <a:xfrm>
            <a:off x="2648800" y="4702200"/>
            <a:ext cx="29376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dk1"/>
                </a:solidFill>
                <a:latin typeface="Fredoka One"/>
                <a:ea typeface="Fredoka One"/>
                <a:cs typeface="Fredoka One"/>
                <a:sym typeface="Fredoka One"/>
              </a:rPr>
              <a:t>Revert to Default Appearance</a:t>
            </a:r>
            <a:endParaRPr u="sng">
              <a:solidFill>
                <a:schemeClr val="dk1"/>
              </a:solidFill>
              <a:latin typeface="Fredoka One"/>
              <a:ea typeface="Fredoka One"/>
              <a:cs typeface="Fredoka One"/>
              <a:sym typeface="Fredoka One"/>
            </a:endParaRPr>
          </a:p>
        </p:txBody>
      </p:sp>
      <p:sp>
        <p:nvSpPr>
          <p:cNvPr id="1253" name="Google Shape;1253;p53"/>
          <p:cNvSpPr txBox="1"/>
          <p:nvPr/>
        </p:nvSpPr>
        <p:spPr>
          <a:xfrm>
            <a:off x="6151350" y="1046625"/>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Passwords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1254" name="Google Shape;1254;p53"/>
          <p:cNvSpPr txBox="1"/>
          <p:nvPr/>
        </p:nvSpPr>
        <p:spPr>
          <a:xfrm>
            <a:off x="6151350" y="1519225"/>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Biometrics       </a:t>
            </a:r>
            <a:r>
              <a:rPr lang="en-GB">
                <a:solidFill>
                  <a:schemeClr val="dk1"/>
                </a:solidFill>
                <a:latin typeface="Fredoka One"/>
                <a:ea typeface="Fredoka One"/>
                <a:cs typeface="Fredoka One"/>
                <a:sym typeface="Fredoka One"/>
              </a:rPr>
              <a:t>                  →</a:t>
            </a:r>
            <a:endParaRPr>
              <a:solidFill>
                <a:schemeClr val="dk1"/>
              </a:solidFill>
              <a:latin typeface="Fredoka One"/>
              <a:ea typeface="Fredoka One"/>
              <a:cs typeface="Fredoka One"/>
              <a:sym typeface="Fredoka One"/>
            </a:endParaRPr>
          </a:p>
        </p:txBody>
      </p:sp>
      <p:sp>
        <p:nvSpPr>
          <p:cNvPr id="1255" name="Google Shape;1255;p53"/>
          <p:cNvSpPr txBox="1"/>
          <p:nvPr/>
        </p:nvSpPr>
        <p:spPr>
          <a:xfrm>
            <a:off x="6151350" y="2007225"/>
            <a:ext cx="2455500" cy="397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Logout                               →</a:t>
            </a:r>
            <a:endParaRPr>
              <a:solidFill>
                <a:schemeClr val="dk1"/>
              </a:solidFill>
              <a:latin typeface="Fredoka One"/>
              <a:ea typeface="Fredoka One"/>
              <a:cs typeface="Fredoka One"/>
              <a:sym typeface="Fredoka One"/>
            </a:endParaRPr>
          </a:p>
        </p:txBody>
      </p:sp>
      <p:sp>
        <p:nvSpPr>
          <p:cNvPr id="1256" name="Google Shape;1256;p53"/>
          <p:cNvSpPr txBox="1"/>
          <p:nvPr/>
        </p:nvSpPr>
        <p:spPr>
          <a:xfrm>
            <a:off x="6151350" y="609475"/>
            <a:ext cx="2455500" cy="359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Fredoka One"/>
                <a:ea typeface="Fredoka One"/>
                <a:cs typeface="Fredoka One"/>
                <a:sym typeface="Fredoka One"/>
              </a:rPr>
              <a:t>Automatic Reminders      ↓     </a:t>
            </a:r>
            <a:endParaRPr>
              <a:solidFill>
                <a:schemeClr val="dk1"/>
              </a:solidFill>
              <a:latin typeface="Fredoka One"/>
              <a:ea typeface="Fredoka One"/>
              <a:cs typeface="Fredoka One"/>
              <a:sym typeface="Fredoka On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54"/>
          <p:cNvSpPr txBox="1"/>
          <p:nvPr>
            <p:ph idx="1" type="subTitle"/>
          </p:nvPr>
        </p:nvSpPr>
        <p:spPr>
          <a:xfrm>
            <a:off x="747050" y="1124025"/>
            <a:ext cx="4920600" cy="7152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None/>
            </a:pPr>
            <a:r>
              <a:rPr lang="en-GB" sz="4800" u="sng">
                <a:solidFill>
                  <a:schemeClr val="hlink"/>
                </a:solidFill>
                <a:latin typeface="Fredoka One"/>
                <a:ea typeface="Fredoka One"/>
                <a:cs typeface="Fredoka One"/>
                <a:sym typeface="Fredoka One"/>
                <a:hlinkClick r:id="rId3"/>
              </a:rPr>
              <a:t>https://docs.google.com/spreadsheets/d/1mTRaSCwspZ6BhBsy4qMf2pvGHTc_hcW_pMckocOrEwM/edit?usp=sharing</a:t>
            </a:r>
            <a:endParaRPr sz="4800">
              <a:latin typeface="Fredoka One"/>
              <a:ea typeface="Fredoka One"/>
              <a:cs typeface="Fredoka One"/>
              <a:sym typeface="Fredoka One"/>
            </a:endParaRPr>
          </a:p>
        </p:txBody>
      </p:sp>
      <p:sp>
        <p:nvSpPr>
          <p:cNvPr id="1262" name="Google Shape;1262;p54"/>
          <p:cNvSpPr txBox="1"/>
          <p:nvPr/>
        </p:nvSpPr>
        <p:spPr>
          <a:xfrm>
            <a:off x="677375" y="644800"/>
            <a:ext cx="15567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Gantt Chart</a:t>
            </a:r>
            <a:endParaRPr sz="1800">
              <a:solidFill>
                <a:schemeClr val="dk2"/>
              </a:solidFill>
              <a:latin typeface="Fredoka One"/>
              <a:ea typeface="Fredoka One"/>
              <a:cs typeface="Fredoka One"/>
              <a:sym typeface="Fredoka One"/>
            </a:endParaRPr>
          </a:p>
        </p:txBody>
      </p:sp>
      <p:sp>
        <p:nvSpPr>
          <p:cNvPr id="1263" name="Google Shape;1263;p54"/>
          <p:cNvSpPr txBox="1"/>
          <p:nvPr/>
        </p:nvSpPr>
        <p:spPr>
          <a:xfrm>
            <a:off x="677375" y="1625400"/>
            <a:ext cx="32130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Fredoka One"/>
                <a:ea typeface="Fredoka One"/>
                <a:cs typeface="Fredoka One"/>
                <a:sym typeface="Fredoka One"/>
              </a:rPr>
              <a:t>Adobe XD Interactive Link</a:t>
            </a:r>
            <a:endParaRPr sz="1800">
              <a:solidFill>
                <a:schemeClr val="dk2"/>
              </a:solidFill>
              <a:latin typeface="Fredoka One"/>
              <a:ea typeface="Fredoka One"/>
              <a:cs typeface="Fredoka One"/>
              <a:sym typeface="Fredoka One"/>
            </a:endParaRPr>
          </a:p>
        </p:txBody>
      </p:sp>
      <p:sp>
        <p:nvSpPr>
          <p:cNvPr id="1264" name="Google Shape;1264;p54"/>
          <p:cNvSpPr txBox="1"/>
          <p:nvPr/>
        </p:nvSpPr>
        <p:spPr>
          <a:xfrm>
            <a:off x="747050" y="2102775"/>
            <a:ext cx="463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u="sng">
                <a:solidFill>
                  <a:schemeClr val="hlink"/>
                </a:solidFill>
                <a:latin typeface="Fredoka One"/>
                <a:ea typeface="Fredoka One"/>
                <a:cs typeface="Fredoka One"/>
                <a:sym typeface="Fredoka One"/>
                <a:hlinkClick r:id="rId4"/>
              </a:rPr>
              <a:t>https://xd.adobe.com/view/161a246e-b4c2-40ca-a48d-bc04501b7d35-4349/</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